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gV5UL786SqRtv1Y2pCKoLI9Qei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2578623" y="35039"/>
            <a:ext cx="6348730" cy="52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673099" y="1393846"/>
            <a:ext cx="8105140" cy="372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2578623" y="35039"/>
            <a:ext cx="6348730" cy="52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2578623" y="35039"/>
            <a:ext cx="6348730" cy="52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2578623" y="35039"/>
            <a:ext cx="6348730" cy="52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73099" y="1393846"/>
            <a:ext cx="8105140" cy="372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hyperlink" Target="http://www.kaggle.com/datasets/atharvaingle/crop-recommendation-d" TargetMode="External"/><Relationship Id="rId5" Type="http://schemas.openxmlformats.org/officeDocument/2006/relationships/hyperlink" Target="https://youtu.be/UrRPLM1u05E?si=PoxU1BVneUl0_ktx" TargetMode="External"/><Relationship Id="rId6" Type="http://schemas.openxmlformats.org/officeDocument/2006/relationships/hyperlink" Target="http://www.fao.org/" TargetMode="External"/><Relationship Id="rId7" Type="http://schemas.openxmlformats.org/officeDocument/2006/relationships/hyperlink" Target="http://www.sciencedirec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683" y="1773526"/>
            <a:ext cx="247649" cy="6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140" y="4989499"/>
            <a:ext cx="247649" cy="6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140" y="4099912"/>
            <a:ext cx="247649" cy="6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140" y="2552394"/>
            <a:ext cx="247649" cy="6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683" y="3339560"/>
            <a:ext cx="247649" cy="6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17" y="5796914"/>
            <a:ext cx="247649" cy="6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383" y="2833754"/>
            <a:ext cx="3124199" cy="333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2401" y="294560"/>
            <a:ext cx="1809749" cy="92392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"/>
          <p:cNvSpPr txBox="1"/>
          <p:nvPr>
            <p:ph type="title"/>
          </p:nvPr>
        </p:nvSpPr>
        <p:spPr>
          <a:xfrm>
            <a:off x="673099" y="358508"/>
            <a:ext cx="884110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SMART INDIA HACKATHON 2025</a:t>
            </a:r>
            <a:endParaRPr sz="4400"/>
          </a:p>
        </p:txBody>
      </p:sp>
      <p:sp>
        <p:nvSpPr>
          <p:cNvPr id="52" name="Google Shape;52;p1"/>
          <p:cNvSpPr txBox="1"/>
          <p:nvPr/>
        </p:nvSpPr>
        <p:spPr>
          <a:xfrm>
            <a:off x="828014" y="1627885"/>
            <a:ext cx="11162030" cy="5188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Problem Statement ID 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25030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Problem Statement Title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:Al-Based Crop Recommendation for Farmers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09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Theme :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Agriculture &amp; Rural Development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3664" rtl="0" algn="l">
              <a:lnSpc>
                <a:spcPct val="100000"/>
              </a:lnSpc>
              <a:spcBef>
                <a:spcPts val="266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PS Category 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Software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09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Team ID 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136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Team Name :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Solvocrats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5448"/>
            <a:ext cx="1222627" cy="60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5623" y="800547"/>
            <a:ext cx="1209674" cy="1228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31801" y="92640"/>
            <a:ext cx="1809749" cy="92392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45500" y="341884"/>
            <a:ext cx="1349375" cy="424180"/>
          </a:xfrm>
          <a:custGeom>
            <a:rect b="b" l="l" r="r" t="t"/>
            <a:pathLst>
              <a:path extrusionOk="0" h="424180" w="1349375">
                <a:moveTo>
                  <a:pt x="404236" y="40639"/>
                </a:moveTo>
                <a:lnTo>
                  <a:pt x="397759" y="40639"/>
                </a:lnTo>
                <a:lnTo>
                  <a:pt x="396362" y="39369"/>
                </a:lnTo>
                <a:lnTo>
                  <a:pt x="395600" y="35559"/>
                </a:lnTo>
                <a:lnTo>
                  <a:pt x="400934" y="30479"/>
                </a:lnTo>
                <a:lnTo>
                  <a:pt x="407157" y="29209"/>
                </a:lnTo>
                <a:lnTo>
                  <a:pt x="532583" y="12699"/>
                </a:lnTo>
                <a:lnTo>
                  <a:pt x="632167" y="5079"/>
                </a:lnTo>
                <a:lnTo>
                  <a:pt x="732004" y="0"/>
                </a:lnTo>
                <a:lnTo>
                  <a:pt x="821013" y="0"/>
                </a:lnTo>
                <a:lnTo>
                  <a:pt x="833872" y="1269"/>
                </a:lnTo>
                <a:lnTo>
                  <a:pt x="884353" y="2539"/>
                </a:lnTo>
                <a:lnTo>
                  <a:pt x="934435" y="7619"/>
                </a:lnTo>
                <a:lnTo>
                  <a:pt x="964228" y="11429"/>
                </a:lnTo>
                <a:lnTo>
                  <a:pt x="738941" y="11429"/>
                </a:lnTo>
                <a:lnTo>
                  <a:pt x="719192" y="12699"/>
                </a:lnTo>
                <a:lnTo>
                  <a:pt x="707636" y="12699"/>
                </a:lnTo>
                <a:lnTo>
                  <a:pt x="778199" y="15239"/>
                </a:lnTo>
                <a:lnTo>
                  <a:pt x="848477" y="20319"/>
                </a:lnTo>
                <a:lnTo>
                  <a:pt x="886135" y="24129"/>
                </a:lnTo>
                <a:lnTo>
                  <a:pt x="593169" y="24129"/>
                </a:lnTo>
                <a:lnTo>
                  <a:pt x="498337" y="29209"/>
                </a:lnTo>
                <a:lnTo>
                  <a:pt x="451164" y="34289"/>
                </a:lnTo>
                <a:lnTo>
                  <a:pt x="404236" y="40639"/>
                </a:lnTo>
                <a:close/>
              </a:path>
              <a:path extrusionOk="0" h="424180" w="1349375">
                <a:moveTo>
                  <a:pt x="1332156" y="252729"/>
                </a:moveTo>
                <a:lnTo>
                  <a:pt x="1312403" y="252729"/>
                </a:lnTo>
                <a:lnTo>
                  <a:pt x="1321765" y="237489"/>
                </a:lnTo>
                <a:lnTo>
                  <a:pt x="1327007" y="222249"/>
                </a:lnTo>
                <a:lnTo>
                  <a:pt x="1327111" y="215899"/>
                </a:lnTo>
                <a:lnTo>
                  <a:pt x="1327214" y="209549"/>
                </a:lnTo>
                <a:lnTo>
                  <a:pt x="1327297" y="204469"/>
                </a:lnTo>
                <a:lnTo>
                  <a:pt x="1321800" y="186689"/>
                </a:lnTo>
                <a:lnTo>
                  <a:pt x="1279558" y="135889"/>
                </a:lnTo>
                <a:lnTo>
                  <a:pt x="1222742" y="102869"/>
                </a:lnTo>
                <a:lnTo>
                  <a:pt x="1179828" y="82549"/>
                </a:lnTo>
                <a:lnTo>
                  <a:pt x="1135557" y="66039"/>
                </a:lnTo>
                <a:lnTo>
                  <a:pt x="1090334" y="50799"/>
                </a:lnTo>
                <a:lnTo>
                  <a:pt x="1044563" y="39369"/>
                </a:lnTo>
                <a:lnTo>
                  <a:pt x="992366" y="27939"/>
                </a:lnTo>
                <a:lnTo>
                  <a:pt x="939774" y="20319"/>
                </a:lnTo>
                <a:lnTo>
                  <a:pt x="886876" y="15239"/>
                </a:lnTo>
                <a:lnTo>
                  <a:pt x="833765" y="12699"/>
                </a:lnTo>
                <a:lnTo>
                  <a:pt x="780533" y="11429"/>
                </a:lnTo>
                <a:lnTo>
                  <a:pt x="964228" y="11429"/>
                </a:lnTo>
                <a:lnTo>
                  <a:pt x="1033292" y="22859"/>
                </a:lnTo>
                <a:lnTo>
                  <a:pt x="1082014" y="34289"/>
                </a:lnTo>
                <a:lnTo>
                  <a:pt x="1130229" y="48259"/>
                </a:lnTo>
                <a:lnTo>
                  <a:pt x="1177911" y="64769"/>
                </a:lnTo>
                <a:lnTo>
                  <a:pt x="1214848" y="80009"/>
                </a:lnTo>
                <a:lnTo>
                  <a:pt x="1251285" y="97789"/>
                </a:lnTo>
                <a:lnTo>
                  <a:pt x="1285673" y="119379"/>
                </a:lnTo>
                <a:lnTo>
                  <a:pt x="1316467" y="144779"/>
                </a:lnTo>
                <a:lnTo>
                  <a:pt x="1344009" y="182879"/>
                </a:lnTo>
                <a:lnTo>
                  <a:pt x="1349167" y="205739"/>
                </a:lnTo>
                <a:lnTo>
                  <a:pt x="1345549" y="229869"/>
                </a:lnTo>
                <a:lnTo>
                  <a:pt x="1336229" y="247649"/>
                </a:lnTo>
                <a:lnTo>
                  <a:pt x="1332156" y="252729"/>
                </a:lnTo>
                <a:close/>
              </a:path>
              <a:path extrusionOk="0" h="424180" w="1349375">
                <a:moveTo>
                  <a:pt x="807439" y="393699"/>
                </a:moveTo>
                <a:lnTo>
                  <a:pt x="619568" y="393699"/>
                </a:lnTo>
                <a:lnTo>
                  <a:pt x="776248" y="386079"/>
                </a:lnTo>
                <a:lnTo>
                  <a:pt x="880661" y="375804"/>
                </a:lnTo>
                <a:lnTo>
                  <a:pt x="988956" y="360679"/>
                </a:lnTo>
                <a:lnTo>
                  <a:pt x="1043245" y="351789"/>
                </a:lnTo>
                <a:lnTo>
                  <a:pt x="1097164" y="341629"/>
                </a:lnTo>
                <a:lnTo>
                  <a:pt x="1150440" y="327659"/>
                </a:lnTo>
                <a:lnTo>
                  <a:pt x="1202803" y="312419"/>
                </a:lnTo>
                <a:lnTo>
                  <a:pt x="1273795" y="283209"/>
                </a:lnTo>
                <a:lnTo>
                  <a:pt x="1296726" y="234949"/>
                </a:lnTo>
                <a:lnTo>
                  <a:pt x="1296620" y="224789"/>
                </a:lnTo>
                <a:lnTo>
                  <a:pt x="1271636" y="166369"/>
                </a:lnTo>
                <a:lnTo>
                  <a:pt x="1226933" y="132079"/>
                </a:lnTo>
                <a:lnTo>
                  <a:pt x="1189712" y="113029"/>
                </a:lnTo>
                <a:lnTo>
                  <a:pt x="1150718" y="96519"/>
                </a:lnTo>
                <a:lnTo>
                  <a:pt x="1110651" y="83819"/>
                </a:lnTo>
                <a:lnTo>
                  <a:pt x="1070216" y="72389"/>
                </a:lnTo>
                <a:lnTo>
                  <a:pt x="1023399" y="60959"/>
                </a:lnTo>
                <a:lnTo>
                  <a:pt x="976265" y="50799"/>
                </a:lnTo>
                <a:lnTo>
                  <a:pt x="928853" y="43179"/>
                </a:lnTo>
                <a:lnTo>
                  <a:pt x="881203" y="36829"/>
                </a:lnTo>
                <a:lnTo>
                  <a:pt x="833355" y="31749"/>
                </a:lnTo>
                <a:lnTo>
                  <a:pt x="785349" y="27939"/>
                </a:lnTo>
                <a:lnTo>
                  <a:pt x="737226" y="26669"/>
                </a:lnTo>
                <a:lnTo>
                  <a:pt x="689014" y="24129"/>
                </a:lnTo>
                <a:lnTo>
                  <a:pt x="886135" y="24129"/>
                </a:lnTo>
                <a:lnTo>
                  <a:pt x="898688" y="25399"/>
                </a:lnTo>
                <a:lnTo>
                  <a:pt x="949008" y="31749"/>
                </a:lnTo>
                <a:lnTo>
                  <a:pt x="999188" y="40639"/>
                </a:lnTo>
                <a:lnTo>
                  <a:pt x="1048979" y="50799"/>
                </a:lnTo>
                <a:lnTo>
                  <a:pt x="1098133" y="63499"/>
                </a:lnTo>
                <a:lnTo>
                  <a:pt x="1146400" y="78739"/>
                </a:lnTo>
                <a:lnTo>
                  <a:pt x="1193532" y="97789"/>
                </a:lnTo>
                <a:lnTo>
                  <a:pt x="1231936" y="115569"/>
                </a:lnTo>
                <a:lnTo>
                  <a:pt x="1270249" y="140969"/>
                </a:lnTo>
                <a:lnTo>
                  <a:pt x="1301247" y="171449"/>
                </a:lnTo>
                <a:lnTo>
                  <a:pt x="1317706" y="209549"/>
                </a:lnTo>
                <a:lnTo>
                  <a:pt x="1312403" y="252729"/>
                </a:lnTo>
                <a:lnTo>
                  <a:pt x="1332156" y="252729"/>
                </a:lnTo>
                <a:lnTo>
                  <a:pt x="1322991" y="264159"/>
                </a:lnTo>
                <a:lnTo>
                  <a:pt x="1307063" y="276859"/>
                </a:lnTo>
                <a:lnTo>
                  <a:pt x="1289670" y="288289"/>
                </a:lnTo>
                <a:lnTo>
                  <a:pt x="1278298" y="298449"/>
                </a:lnTo>
                <a:lnTo>
                  <a:pt x="1265937" y="308609"/>
                </a:lnTo>
                <a:lnTo>
                  <a:pt x="1262222" y="311149"/>
                </a:lnTo>
                <a:lnTo>
                  <a:pt x="1239886" y="311149"/>
                </a:lnTo>
                <a:lnTo>
                  <a:pt x="1214671" y="320039"/>
                </a:lnTo>
                <a:lnTo>
                  <a:pt x="1163146" y="335279"/>
                </a:lnTo>
                <a:lnTo>
                  <a:pt x="1088955" y="353059"/>
                </a:lnTo>
                <a:lnTo>
                  <a:pt x="991659" y="370839"/>
                </a:lnTo>
                <a:lnTo>
                  <a:pt x="942676" y="378459"/>
                </a:lnTo>
                <a:lnTo>
                  <a:pt x="893554" y="384809"/>
                </a:lnTo>
                <a:lnTo>
                  <a:pt x="807439" y="393699"/>
                </a:lnTo>
                <a:close/>
              </a:path>
              <a:path extrusionOk="0" h="424180" w="1349375">
                <a:moveTo>
                  <a:pt x="694666" y="424179"/>
                </a:moveTo>
                <a:lnTo>
                  <a:pt x="561815" y="424179"/>
                </a:lnTo>
                <a:lnTo>
                  <a:pt x="507089" y="422909"/>
                </a:lnTo>
                <a:lnTo>
                  <a:pt x="452434" y="420369"/>
                </a:lnTo>
                <a:lnTo>
                  <a:pt x="397886" y="416559"/>
                </a:lnTo>
                <a:lnTo>
                  <a:pt x="303161" y="406399"/>
                </a:lnTo>
                <a:lnTo>
                  <a:pt x="256066" y="398779"/>
                </a:lnTo>
                <a:lnTo>
                  <a:pt x="209293" y="389889"/>
                </a:lnTo>
                <a:lnTo>
                  <a:pt x="135491" y="370839"/>
                </a:lnTo>
                <a:lnTo>
                  <a:pt x="99727" y="356869"/>
                </a:lnTo>
                <a:lnTo>
                  <a:pt x="51440" y="331469"/>
                </a:lnTo>
                <a:lnTo>
                  <a:pt x="14096" y="295909"/>
                </a:lnTo>
                <a:lnTo>
                  <a:pt x="13461" y="295909"/>
                </a:lnTo>
                <a:lnTo>
                  <a:pt x="12826" y="294639"/>
                </a:lnTo>
                <a:lnTo>
                  <a:pt x="12318" y="293369"/>
                </a:lnTo>
                <a:lnTo>
                  <a:pt x="11683" y="293369"/>
                </a:lnTo>
                <a:lnTo>
                  <a:pt x="8508" y="288289"/>
                </a:lnTo>
                <a:lnTo>
                  <a:pt x="5841" y="283209"/>
                </a:lnTo>
                <a:lnTo>
                  <a:pt x="3809" y="276859"/>
                </a:lnTo>
                <a:lnTo>
                  <a:pt x="3428" y="276859"/>
                </a:lnTo>
                <a:lnTo>
                  <a:pt x="3174" y="275589"/>
                </a:lnTo>
                <a:lnTo>
                  <a:pt x="507" y="266699"/>
                </a:lnTo>
                <a:lnTo>
                  <a:pt x="0" y="264159"/>
                </a:lnTo>
                <a:lnTo>
                  <a:pt x="132" y="252729"/>
                </a:lnTo>
                <a:lnTo>
                  <a:pt x="191" y="247649"/>
                </a:lnTo>
                <a:lnTo>
                  <a:pt x="309" y="237489"/>
                </a:lnTo>
                <a:lnTo>
                  <a:pt x="23359" y="193039"/>
                </a:lnTo>
                <a:lnTo>
                  <a:pt x="74450" y="149859"/>
                </a:lnTo>
                <a:lnTo>
                  <a:pt x="110790" y="130809"/>
                </a:lnTo>
                <a:lnTo>
                  <a:pt x="149201" y="115569"/>
                </a:lnTo>
                <a:lnTo>
                  <a:pt x="188338" y="104139"/>
                </a:lnTo>
                <a:lnTo>
                  <a:pt x="261744" y="86359"/>
                </a:lnTo>
                <a:lnTo>
                  <a:pt x="386638" y="63499"/>
                </a:lnTo>
                <a:lnTo>
                  <a:pt x="488624" y="53339"/>
                </a:lnTo>
                <a:lnTo>
                  <a:pt x="591037" y="45719"/>
                </a:lnTo>
                <a:lnTo>
                  <a:pt x="642298" y="44449"/>
                </a:lnTo>
                <a:lnTo>
                  <a:pt x="693666" y="41909"/>
                </a:lnTo>
                <a:lnTo>
                  <a:pt x="698111" y="41909"/>
                </a:lnTo>
                <a:lnTo>
                  <a:pt x="700778" y="44449"/>
                </a:lnTo>
                <a:lnTo>
                  <a:pt x="699254" y="48259"/>
                </a:lnTo>
                <a:lnTo>
                  <a:pt x="697603" y="52069"/>
                </a:lnTo>
                <a:lnTo>
                  <a:pt x="689221" y="53339"/>
                </a:lnTo>
                <a:lnTo>
                  <a:pt x="635103" y="55879"/>
                </a:lnTo>
                <a:lnTo>
                  <a:pt x="609972" y="55879"/>
                </a:lnTo>
                <a:lnTo>
                  <a:pt x="584828" y="57149"/>
                </a:lnTo>
                <a:lnTo>
                  <a:pt x="480604" y="64769"/>
                </a:lnTo>
                <a:lnTo>
                  <a:pt x="428620" y="69849"/>
                </a:lnTo>
                <a:lnTo>
                  <a:pt x="376804" y="76199"/>
                </a:lnTo>
                <a:lnTo>
                  <a:pt x="273935" y="93979"/>
                </a:lnTo>
                <a:lnTo>
                  <a:pt x="235137" y="102869"/>
                </a:lnTo>
                <a:lnTo>
                  <a:pt x="196435" y="113029"/>
                </a:lnTo>
                <a:lnTo>
                  <a:pt x="158351" y="124459"/>
                </a:lnTo>
                <a:lnTo>
                  <a:pt x="121410" y="138429"/>
                </a:lnTo>
                <a:lnTo>
                  <a:pt x="85210" y="157479"/>
                </a:lnTo>
                <a:lnTo>
                  <a:pt x="73532" y="165099"/>
                </a:lnTo>
                <a:lnTo>
                  <a:pt x="98035" y="165099"/>
                </a:lnTo>
                <a:lnTo>
                  <a:pt x="72738" y="179069"/>
                </a:lnTo>
                <a:lnTo>
                  <a:pt x="46414" y="199389"/>
                </a:lnTo>
                <a:lnTo>
                  <a:pt x="27304" y="224789"/>
                </a:lnTo>
                <a:lnTo>
                  <a:pt x="21448" y="247649"/>
                </a:lnTo>
                <a:lnTo>
                  <a:pt x="24748" y="269239"/>
                </a:lnTo>
                <a:lnTo>
                  <a:pt x="51434" y="306069"/>
                </a:lnTo>
                <a:lnTo>
                  <a:pt x="108631" y="337819"/>
                </a:lnTo>
                <a:lnTo>
                  <a:pt x="171829" y="354329"/>
                </a:lnTo>
                <a:lnTo>
                  <a:pt x="222490" y="364489"/>
                </a:lnTo>
                <a:lnTo>
                  <a:pt x="273601" y="373379"/>
                </a:lnTo>
                <a:lnTo>
                  <a:pt x="283890" y="374649"/>
                </a:lnTo>
                <a:lnTo>
                  <a:pt x="204086" y="374649"/>
                </a:lnTo>
                <a:lnTo>
                  <a:pt x="254393" y="384809"/>
                </a:lnTo>
                <a:lnTo>
                  <a:pt x="305342" y="393699"/>
                </a:lnTo>
                <a:lnTo>
                  <a:pt x="356707" y="400049"/>
                </a:lnTo>
                <a:lnTo>
                  <a:pt x="408262" y="405129"/>
                </a:lnTo>
                <a:lnTo>
                  <a:pt x="541162" y="411479"/>
                </a:lnTo>
                <a:lnTo>
                  <a:pt x="571318" y="411479"/>
                </a:lnTo>
                <a:lnTo>
                  <a:pt x="601498" y="412749"/>
                </a:lnTo>
                <a:lnTo>
                  <a:pt x="891089" y="412749"/>
                </a:lnTo>
                <a:lnTo>
                  <a:pt x="867449" y="415289"/>
                </a:lnTo>
                <a:lnTo>
                  <a:pt x="772659" y="420369"/>
                </a:lnTo>
                <a:lnTo>
                  <a:pt x="733680" y="422909"/>
                </a:lnTo>
                <a:lnTo>
                  <a:pt x="694666" y="424179"/>
                </a:lnTo>
                <a:close/>
              </a:path>
              <a:path extrusionOk="0" h="424180" w="1349375">
                <a:moveTo>
                  <a:pt x="98035" y="165099"/>
                </a:moveTo>
                <a:lnTo>
                  <a:pt x="73532" y="165099"/>
                </a:lnTo>
                <a:lnTo>
                  <a:pt x="104240" y="149859"/>
                </a:lnTo>
                <a:lnTo>
                  <a:pt x="169132" y="125729"/>
                </a:lnTo>
                <a:lnTo>
                  <a:pt x="235750" y="107949"/>
                </a:lnTo>
                <a:lnTo>
                  <a:pt x="337816" y="87629"/>
                </a:lnTo>
                <a:lnTo>
                  <a:pt x="384802" y="80009"/>
                </a:lnTo>
                <a:lnTo>
                  <a:pt x="479363" y="69849"/>
                </a:lnTo>
                <a:lnTo>
                  <a:pt x="574368" y="64769"/>
                </a:lnTo>
                <a:lnTo>
                  <a:pt x="669536" y="62229"/>
                </a:lnTo>
                <a:lnTo>
                  <a:pt x="673981" y="62229"/>
                </a:lnTo>
                <a:lnTo>
                  <a:pt x="676648" y="63499"/>
                </a:lnTo>
                <a:lnTo>
                  <a:pt x="673473" y="72389"/>
                </a:lnTo>
                <a:lnTo>
                  <a:pt x="665091" y="73659"/>
                </a:lnTo>
                <a:lnTo>
                  <a:pt x="637131" y="73659"/>
                </a:lnTo>
                <a:lnTo>
                  <a:pt x="565016" y="77469"/>
                </a:lnTo>
                <a:lnTo>
                  <a:pt x="517600" y="78739"/>
                </a:lnTo>
                <a:lnTo>
                  <a:pt x="423016" y="86359"/>
                </a:lnTo>
                <a:lnTo>
                  <a:pt x="375939" y="92709"/>
                </a:lnTo>
                <a:lnTo>
                  <a:pt x="329066" y="100329"/>
                </a:lnTo>
                <a:lnTo>
                  <a:pt x="244454" y="116839"/>
                </a:lnTo>
                <a:lnTo>
                  <a:pt x="169092" y="137159"/>
                </a:lnTo>
                <a:lnTo>
                  <a:pt x="132459" y="149859"/>
                </a:lnTo>
                <a:lnTo>
                  <a:pt x="102634" y="162559"/>
                </a:lnTo>
                <a:lnTo>
                  <a:pt x="98035" y="165099"/>
                </a:lnTo>
                <a:close/>
              </a:path>
              <a:path extrusionOk="0" h="424180" w="1349375">
                <a:moveTo>
                  <a:pt x="891089" y="412749"/>
                </a:moveTo>
                <a:lnTo>
                  <a:pt x="631690" y="412749"/>
                </a:lnTo>
                <a:lnTo>
                  <a:pt x="744862" y="410209"/>
                </a:lnTo>
                <a:lnTo>
                  <a:pt x="801370" y="407669"/>
                </a:lnTo>
                <a:lnTo>
                  <a:pt x="857748" y="403859"/>
                </a:lnTo>
                <a:lnTo>
                  <a:pt x="962206" y="393699"/>
                </a:lnTo>
                <a:lnTo>
                  <a:pt x="1014321" y="384809"/>
                </a:lnTo>
                <a:lnTo>
                  <a:pt x="1065960" y="374649"/>
                </a:lnTo>
                <a:lnTo>
                  <a:pt x="1116822" y="361949"/>
                </a:lnTo>
                <a:lnTo>
                  <a:pt x="1166608" y="345439"/>
                </a:lnTo>
                <a:lnTo>
                  <a:pt x="1221579" y="321309"/>
                </a:lnTo>
                <a:lnTo>
                  <a:pt x="1239886" y="311149"/>
                </a:lnTo>
                <a:lnTo>
                  <a:pt x="1262222" y="311149"/>
                </a:lnTo>
                <a:lnTo>
                  <a:pt x="1206686" y="341629"/>
                </a:lnTo>
                <a:lnTo>
                  <a:pt x="1137174" y="367029"/>
                </a:lnTo>
                <a:lnTo>
                  <a:pt x="1008739" y="397509"/>
                </a:lnTo>
                <a:lnTo>
                  <a:pt x="914729" y="410209"/>
                </a:lnTo>
                <a:lnTo>
                  <a:pt x="891089" y="412749"/>
                </a:lnTo>
                <a:close/>
              </a:path>
              <a:path extrusionOk="0" h="424180" w="1349375">
                <a:moveTo>
                  <a:pt x="606123" y="405129"/>
                </a:moveTo>
                <a:lnTo>
                  <a:pt x="522811" y="405129"/>
                </a:lnTo>
                <a:lnTo>
                  <a:pt x="415031" y="401319"/>
                </a:lnTo>
                <a:lnTo>
                  <a:pt x="318972" y="391159"/>
                </a:lnTo>
                <a:lnTo>
                  <a:pt x="271104" y="384809"/>
                </a:lnTo>
                <a:lnTo>
                  <a:pt x="223390" y="377189"/>
                </a:lnTo>
                <a:lnTo>
                  <a:pt x="209802" y="375804"/>
                </a:lnTo>
                <a:lnTo>
                  <a:pt x="204086" y="374649"/>
                </a:lnTo>
                <a:lnTo>
                  <a:pt x="283890" y="374649"/>
                </a:lnTo>
                <a:lnTo>
                  <a:pt x="376724" y="386079"/>
                </a:lnTo>
                <a:lnTo>
                  <a:pt x="428514" y="389889"/>
                </a:lnTo>
                <a:lnTo>
                  <a:pt x="480308" y="392429"/>
                </a:lnTo>
                <a:lnTo>
                  <a:pt x="531996" y="393699"/>
                </a:lnTo>
                <a:lnTo>
                  <a:pt x="807439" y="393699"/>
                </a:lnTo>
                <a:lnTo>
                  <a:pt x="795137" y="394969"/>
                </a:lnTo>
                <a:lnTo>
                  <a:pt x="747991" y="398779"/>
                </a:lnTo>
                <a:lnTo>
                  <a:pt x="653453" y="403859"/>
                </a:lnTo>
                <a:lnTo>
                  <a:pt x="606123" y="405129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" name="Google Shape;61;p2"/>
          <p:cNvSpPr txBox="1"/>
          <p:nvPr/>
        </p:nvSpPr>
        <p:spPr>
          <a:xfrm>
            <a:off x="11816311" y="6479911"/>
            <a:ext cx="1543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>
            <p:ph type="title"/>
          </p:nvPr>
        </p:nvSpPr>
        <p:spPr>
          <a:xfrm>
            <a:off x="846788" y="1464613"/>
            <a:ext cx="377317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</a:rPr>
              <a:t>Proposed Solution:</a:t>
            </a:r>
            <a:endParaRPr sz="3200"/>
          </a:p>
        </p:txBody>
      </p:sp>
      <p:sp>
        <p:nvSpPr>
          <p:cNvPr id="63" name="Google Shape;63;p2"/>
          <p:cNvSpPr/>
          <p:nvPr/>
        </p:nvSpPr>
        <p:spPr>
          <a:xfrm>
            <a:off x="885824" y="2500719"/>
            <a:ext cx="57150" cy="57150"/>
          </a:xfrm>
          <a:custGeom>
            <a:rect b="b" l="l" r="r" t="t"/>
            <a:pathLst>
              <a:path extrusionOk="0"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" name="Google Shape;64;p2"/>
          <p:cNvSpPr txBox="1"/>
          <p:nvPr/>
        </p:nvSpPr>
        <p:spPr>
          <a:xfrm>
            <a:off x="1046360" y="2344667"/>
            <a:ext cx="6636384" cy="202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17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AI-based system to recommend the most suitable crop.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4705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Inputs: soil parameters (N, P, K, pH, organic carbon) + weather conditions. Integrate real-time weather &amp; market price APIs.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928495" rtl="0" algn="l">
              <a:lnSpc>
                <a:spcPct val="114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Suggest alternate crops to reduce failure risk. Predict yield, profitability, and give decision insights. Provide farmer-friendly mobile app.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533525" rtl="0" algn="l">
              <a:lnSpc>
                <a:spcPct val="114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Low-cost, scalable, and easy to adopt in rural India. Suggest actionable steps (e.g., fertilizer use, pH balance).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85824" y="2748369"/>
            <a:ext cx="57150" cy="57150"/>
          </a:xfrm>
          <a:custGeom>
            <a:rect b="b" l="l" r="r" t="t"/>
            <a:pathLst>
              <a:path extrusionOk="0"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" name="Google Shape;66;p2"/>
          <p:cNvSpPr/>
          <p:nvPr/>
        </p:nvSpPr>
        <p:spPr>
          <a:xfrm>
            <a:off x="885824" y="2996019"/>
            <a:ext cx="57150" cy="57150"/>
          </a:xfrm>
          <a:custGeom>
            <a:rect b="b" l="l" r="r" t="t"/>
            <a:pathLst>
              <a:path extrusionOk="0"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" name="Google Shape;67;p2"/>
          <p:cNvSpPr/>
          <p:nvPr/>
        </p:nvSpPr>
        <p:spPr>
          <a:xfrm>
            <a:off x="885824" y="3243669"/>
            <a:ext cx="57150" cy="57150"/>
          </a:xfrm>
          <a:custGeom>
            <a:rect b="b" l="l" r="r" t="t"/>
            <a:pathLst>
              <a:path extrusionOk="0"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" name="Google Shape;68;p2"/>
          <p:cNvSpPr/>
          <p:nvPr/>
        </p:nvSpPr>
        <p:spPr>
          <a:xfrm>
            <a:off x="885824" y="3491319"/>
            <a:ext cx="57150" cy="57150"/>
          </a:xfrm>
          <a:custGeom>
            <a:rect b="b" l="l" r="r" t="t"/>
            <a:pathLst>
              <a:path extrusionOk="0"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9" name="Google Shape;69;p2"/>
          <p:cNvSpPr/>
          <p:nvPr/>
        </p:nvSpPr>
        <p:spPr>
          <a:xfrm>
            <a:off x="885824" y="3738969"/>
            <a:ext cx="57150" cy="57150"/>
          </a:xfrm>
          <a:custGeom>
            <a:rect b="b" l="l" r="r" t="t"/>
            <a:pathLst>
              <a:path extrusionOk="0"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" name="Google Shape;70;p2"/>
          <p:cNvSpPr/>
          <p:nvPr/>
        </p:nvSpPr>
        <p:spPr>
          <a:xfrm>
            <a:off x="885824" y="3986619"/>
            <a:ext cx="57150" cy="57150"/>
          </a:xfrm>
          <a:custGeom>
            <a:rect b="b" l="l" r="r" t="t"/>
            <a:pathLst>
              <a:path extrusionOk="0"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" name="Google Shape;71;p2"/>
          <p:cNvSpPr/>
          <p:nvPr/>
        </p:nvSpPr>
        <p:spPr>
          <a:xfrm>
            <a:off x="885824" y="4234269"/>
            <a:ext cx="57150" cy="57150"/>
          </a:xfrm>
          <a:custGeom>
            <a:rect b="b" l="l" r="r" t="t"/>
            <a:pathLst>
              <a:path extrusionOk="0"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" name="Google Shape;72;p2"/>
          <p:cNvSpPr txBox="1"/>
          <p:nvPr/>
        </p:nvSpPr>
        <p:spPr>
          <a:xfrm>
            <a:off x="210318" y="381054"/>
            <a:ext cx="878840" cy="27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Solvocrats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9248"/>
            <a:ext cx="1228724" cy="60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1801" y="252517"/>
            <a:ext cx="1809749" cy="92392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11810" y="255302"/>
            <a:ext cx="1349375" cy="424180"/>
          </a:xfrm>
          <a:custGeom>
            <a:rect b="b" l="l" r="r" t="t"/>
            <a:pathLst>
              <a:path extrusionOk="0" h="424180" w="1349375">
                <a:moveTo>
                  <a:pt x="404236" y="40639"/>
                </a:moveTo>
                <a:lnTo>
                  <a:pt x="397759" y="40639"/>
                </a:lnTo>
                <a:lnTo>
                  <a:pt x="396362" y="39369"/>
                </a:lnTo>
                <a:lnTo>
                  <a:pt x="395600" y="35559"/>
                </a:lnTo>
                <a:lnTo>
                  <a:pt x="400934" y="30479"/>
                </a:lnTo>
                <a:lnTo>
                  <a:pt x="407157" y="29209"/>
                </a:lnTo>
                <a:lnTo>
                  <a:pt x="532583" y="12699"/>
                </a:lnTo>
                <a:lnTo>
                  <a:pt x="632167" y="5079"/>
                </a:lnTo>
                <a:lnTo>
                  <a:pt x="732004" y="0"/>
                </a:lnTo>
                <a:lnTo>
                  <a:pt x="821013" y="0"/>
                </a:lnTo>
                <a:lnTo>
                  <a:pt x="833872" y="1269"/>
                </a:lnTo>
                <a:lnTo>
                  <a:pt x="884353" y="2539"/>
                </a:lnTo>
                <a:lnTo>
                  <a:pt x="934435" y="7619"/>
                </a:lnTo>
                <a:lnTo>
                  <a:pt x="964228" y="11429"/>
                </a:lnTo>
                <a:lnTo>
                  <a:pt x="738941" y="11429"/>
                </a:lnTo>
                <a:lnTo>
                  <a:pt x="719192" y="12699"/>
                </a:lnTo>
                <a:lnTo>
                  <a:pt x="707635" y="12699"/>
                </a:lnTo>
                <a:lnTo>
                  <a:pt x="778199" y="15239"/>
                </a:lnTo>
                <a:lnTo>
                  <a:pt x="848477" y="20319"/>
                </a:lnTo>
                <a:lnTo>
                  <a:pt x="886135" y="24129"/>
                </a:lnTo>
                <a:lnTo>
                  <a:pt x="593169" y="24129"/>
                </a:lnTo>
                <a:lnTo>
                  <a:pt x="498337" y="29209"/>
                </a:lnTo>
                <a:lnTo>
                  <a:pt x="451164" y="34289"/>
                </a:lnTo>
                <a:lnTo>
                  <a:pt x="404236" y="40639"/>
                </a:lnTo>
                <a:close/>
              </a:path>
              <a:path extrusionOk="0" h="424180" w="1349375">
                <a:moveTo>
                  <a:pt x="1332156" y="252729"/>
                </a:moveTo>
                <a:lnTo>
                  <a:pt x="1312403" y="252729"/>
                </a:lnTo>
                <a:lnTo>
                  <a:pt x="1321765" y="237489"/>
                </a:lnTo>
                <a:lnTo>
                  <a:pt x="1327007" y="222249"/>
                </a:lnTo>
                <a:lnTo>
                  <a:pt x="1327111" y="215899"/>
                </a:lnTo>
                <a:lnTo>
                  <a:pt x="1327214" y="209549"/>
                </a:lnTo>
                <a:lnTo>
                  <a:pt x="1327297" y="204469"/>
                </a:lnTo>
                <a:lnTo>
                  <a:pt x="1321800" y="186689"/>
                </a:lnTo>
                <a:lnTo>
                  <a:pt x="1279558" y="135889"/>
                </a:lnTo>
                <a:lnTo>
                  <a:pt x="1222742" y="102869"/>
                </a:lnTo>
                <a:lnTo>
                  <a:pt x="1179828" y="82549"/>
                </a:lnTo>
                <a:lnTo>
                  <a:pt x="1135557" y="66039"/>
                </a:lnTo>
                <a:lnTo>
                  <a:pt x="1090334" y="50799"/>
                </a:lnTo>
                <a:lnTo>
                  <a:pt x="1044563" y="39369"/>
                </a:lnTo>
                <a:lnTo>
                  <a:pt x="992366" y="27939"/>
                </a:lnTo>
                <a:lnTo>
                  <a:pt x="939774" y="20319"/>
                </a:lnTo>
                <a:lnTo>
                  <a:pt x="886876" y="15239"/>
                </a:lnTo>
                <a:lnTo>
                  <a:pt x="833765" y="12699"/>
                </a:lnTo>
                <a:lnTo>
                  <a:pt x="780533" y="11429"/>
                </a:lnTo>
                <a:lnTo>
                  <a:pt x="964228" y="11429"/>
                </a:lnTo>
                <a:lnTo>
                  <a:pt x="1033292" y="22859"/>
                </a:lnTo>
                <a:lnTo>
                  <a:pt x="1082013" y="34289"/>
                </a:lnTo>
                <a:lnTo>
                  <a:pt x="1130229" y="48259"/>
                </a:lnTo>
                <a:lnTo>
                  <a:pt x="1177911" y="64769"/>
                </a:lnTo>
                <a:lnTo>
                  <a:pt x="1214848" y="80009"/>
                </a:lnTo>
                <a:lnTo>
                  <a:pt x="1251285" y="97789"/>
                </a:lnTo>
                <a:lnTo>
                  <a:pt x="1285673" y="119379"/>
                </a:lnTo>
                <a:lnTo>
                  <a:pt x="1316467" y="144779"/>
                </a:lnTo>
                <a:lnTo>
                  <a:pt x="1344009" y="182879"/>
                </a:lnTo>
                <a:lnTo>
                  <a:pt x="1349167" y="205739"/>
                </a:lnTo>
                <a:lnTo>
                  <a:pt x="1345549" y="229869"/>
                </a:lnTo>
                <a:lnTo>
                  <a:pt x="1336229" y="247649"/>
                </a:lnTo>
                <a:lnTo>
                  <a:pt x="1332156" y="252729"/>
                </a:lnTo>
                <a:close/>
              </a:path>
              <a:path extrusionOk="0" h="424180" w="1349375">
                <a:moveTo>
                  <a:pt x="807439" y="393699"/>
                </a:moveTo>
                <a:lnTo>
                  <a:pt x="619568" y="393699"/>
                </a:lnTo>
                <a:lnTo>
                  <a:pt x="776248" y="386079"/>
                </a:lnTo>
                <a:lnTo>
                  <a:pt x="880661" y="375804"/>
                </a:lnTo>
                <a:lnTo>
                  <a:pt x="988956" y="360679"/>
                </a:lnTo>
                <a:lnTo>
                  <a:pt x="1043245" y="351789"/>
                </a:lnTo>
                <a:lnTo>
                  <a:pt x="1097164" y="341629"/>
                </a:lnTo>
                <a:lnTo>
                  <a:pt x="1150440" y="327659"/>
                </a:lnTo>
                <a:lnTo>
                  <a:pt x="1202803" y="312419"/>
                </a:lnTo>
                <a:lnTo>
                  <a:pt x="1273795" y="283209"/>
                </a:lnTo>
                <a:lnTo>
                  <a:pt x="1296726" y="234949"/>
                </a:lnTo>
                <a:lnTo>
                  <a:pt x="1296620" y="224789"/>
                </a:lnTo>
                <a:lnTo>
                  <a:pt x="1271636" y="166369"/>
                </a:lnTo>
                <a:lnTo>
                  <a:pt x="1226933" y="132079"/>
                </a:lnTo>
                <a:lnTo>
                  <a:pt x="1189712" y="113029"/>
                </a:lnTo>
                <a:lnTo>
                  <a:pt x="1150718" y="96519"/>
                </a:lnTo>
                <a:lnTo>
                  <a:pt x="1110651" y="83819"/>
                </a:lnTo>
                <a:lnTo>
                  <a:pt x="1070216" y="72389"/>
                </a:lnTo>
                <a:lnTo>
                  <a:pt x="1023399" y="60959"/>
                </a:lnTo>
                <a:lnTo>
                  <a:pt x="976265" y="50799"/>
                </a:lnTo>
                <a:lnTo>
                  <a:pt x="928853" y="43179"/>
                </a:lnTo>
                <a:lnTo>
                  <a:pt x="881203" y="36829"/>
                </a:lnTo>
                <a:lnTo>
                  <a:pt x="833355" y="31749"/>
                </a:lnTo>
                <a:lnTo>
                  <a:pt x="785349" y="27939"/>
                </a:lnTo>
                <a:lnTo>
                  <a:pt x="737226" y="26669"/>
                </a:lnTo>
                <a:lnTo>
                  <a:pt x="689014" y="24129"/>
                </a:lnTo>
                <a:lnTo>
                  <a:pt x="886135" y="24129"/>
                </a:lnTo>
                <a:lnTo>
                  <a:pt x="898688" y="25399"/>
                </a:lnTo>
                <a:lnTo>
                  <a:pt x="949008" y="31749"/>
                </a:lnTo>
                <a:lnTo>
                  <a:pt x="999188" y="40639"/>
                </a:lnTo>
                <a:lnTo>
                  <a:pt x="1048979" y="50799"/>
                </a:lnTo>
                <a:lnTo>
                  <a:pt x="1098133" y="63499"/>
                </a:lnTo>
                <a:lnTo>
                  <a:pt x="1146400" y="78739"/>
                </a:lnTo>
                <a:lnTo>
                  <a:pt x="1193532" y="97789"/>
                </a:lnTo>
                <a:lnTo>
                  <a:pt x="1231936" y="115569"/>
                </a:lnTo>
                <a:lnTo>
                  <a:pt x="1270249" y="140969"/>
                </a:lnTo>
                <a:lnTo>
                  <a:pt x="1301247" y="171449"/>
                </a:lnTo>
                <a:lnTo>
                  <a:pt x="1317706" y="209549"/>
                </a:lnTo>
                <a:lnTo>
                  <a:pt x="1312403" y="252729"/>
                </a:lnTo>
                <a:lnTo>
                  <a:pt x="1332156" y="252729"/>
                </a:lnTo>
                <a:lnTo>
                  <a:pt x="1322991" y="264159"/>
                </a:lnTo>
                <a:lnTo>
                  <a:pt x="1307063" y="276859"/>
                </a:lnTo>
                <a:lnTo>
                  <a:pt x="1289670" y="288289"/>
                </a:lnTo>
                <a:lnTo>
                  <a:pt x="1278298" y="298449"/>
                </a:lnTo>
                <a:lnTo>
                  <a:pt x="1265937" y="308609"/>
                </a:lnTo>
                <a:lnTo>
                  <a:pt x="1262222" y="311149"/>
                </a:lnTo>
                <a:lnTo>
                  <a:pt x="1239886" y="311149"/>
                </a:lnTo>
                <a:lnTo>
                  <a:pt x="1214671" y="320039"/>
                </a:lnTo>
                <a:lnTo>
                  <a:pt x="1163146" y="335279"/>
                </a:lnTo>
                <a:lnTo>
                  <a:pt x="1088955" y="353059"/>
                </a:lnTo>
                <a:lnTo>
                  <a:pt x="991659" y="370839"/>
                </a:lnTo>
                <a:lnTo>
                  <a:pt x="942676" y="378459"/>
                </a:lnTo>
                <a:lnTo>
                  <a:pt x="893554" y="384809"/>
                </a:lnTo>
                <a:lnTo>
                  <a:pt x="807439" y="393699"/>
                </a:lnTo>
                <a:close/>
              </a:path>
              <a:path extrusionOk="0" h="424180" w="1349375">
                <a:moveTo>
                  <a:pt x="694666" y="424179"/>
                </a:moveTo>
                <a:lnTo>
                  <a:pt x="561815" y="424179"/>
                </a:lnTo>
                <a:lnTo>
                  <a:pt x="507089" y="422909"/>
                </a:lnTo>
                <a:lnTo>
                  <a:pt x="452434" y="420369"/>
                </a:lnTo>
                <a:lnTo>
                  <a:pt x="397886" y="416559"/>
                </a:lnTo>
                <a:lnTo>
                  <a:pt x="303161" y="406399"/>
                </a:lnTo>
                <a:lnTo>
                  <a:pt x="256066" y="398779"/>
                </a:lnTo>
                <a:lnTo>
                  <a:pt x="209293" y="389889"/>
                </a:lnTo>
                <a:lnTo>
                  <a:pt x="135491" y="370839"/>
                </a:lnTo>
                <a:lnTo>
                  <a:pt x="99727" y="356869"/>
                </a:lnTo>
                <a:lnTo>
                  <a:pt x="51440" y="331469"/>
                </a:lnTo>
                <a:lnTo>
                  <a:pt x="14096" y="295909"/>
                </a:lnTo>
                <a:lnTo>
                  <a:pt x="13461" y="295909"/>
                </a:lnTo>
                <a:lnTo>
                  <a:pt x="12826" y="294639"/>
                </a:lnTo>
                <a:lnTo>
                  <a:pt x="12318" y="293369"/>
                </a:lnTo>
                <a:lnTo>
                  <a:pt x="11683" y="293369"/>
                </a:lnTo>
                <a:lnTo>
                  <a:pt x="8508" y="288289"/>
                </a:lnTo>
                <a:lnTo>
                  <a:pt x="5841" y="283209"/>
                </a:lnTo>
                <a:lnTo>
                  <a:pt x="3809" y="276859"/>
                </a:lnTo>
                <a:lnTo>
                  <a:pt x="3428" y="276859"/>
                </a:lnTo>
                <a:lnTo>
                  <a:pt x="3174" y="275589"/>
                </a:lnTo>
                <a:lnTo>
                  <a:pt x="507" y="266699"/>
                </a:lnTo>
                <a:lnTo>
                  <a:pt x="0" y="264159"/>
                </a:lnTo>
                <a:lnTo>
                  <a:pt x="132" y="252729"/>
                </a:lnTo>
                <a:lnTo>
                  <a:pt x="191" y="247649"/>
                </a:lnTo>
                <a:lnTo>
                  <a:pt x="309" y="237489"/>
                </a:lnTo>
                <a:lnTo>
                  <a:pt x="23359" y="193039"/>
                </a:lnTo>
                <a:lnTo>
                  <a:pt x="74450" y="149859"/>
                </a:lnTo>
                <a:lnTo>
                  <a:pt x="110790" y="130809"/>
                </a:lnTo>
                <a:lnTo>
                  <a:pt x="149201" y="115569"/>
                </a:lnTo>
                <a:lnTo>
                  <a:pt x="188338" y="104139"/>
                </a:lnTo>
                <a:lnTo>
                  <a:pt x="261744" y="86359"/>
                </a:lnTo>
                <a:lnTo>
                  <a:pt x="386638" y="63499"/>
                </a:lnTo>
                <a:lnTo>
                  <a:pt x="488624" y="53339"/>
                </a:lnTo>
                <a:lnTo>
                  <a:pt x="591037" y="45719"/>
                </a:lnTo>
                <a:lnTo>
                  <a:pt x="642298" y="44449"/>
                </a:lnTo>
                <a:lnTo>
                  <a:pt x="693666" y="41909"/>
                </a:lnTo>
                <a:lnTo>
                  <a:pt x="698111" y="41909"/>
                </a:lnTo>
                <a:lnTo>
                  <a:pt x="700778" y="44449"/>
                </a:lnTo>
                <a:lnTo>
                  <a:pt x="699254" y="48259"/>
                </a:lnTo>
                <a:lnTo>
                  <a:pt x="697603" y="52069"/>
                </a:lnTo>
                <a:lnTo>
                  <a:pt x="689221" y="53339"/>
                </a:lnTo>
                <a:lnTo>
                  <a:pt x="685284" y="53339"/>
                </a:lnTo>
                <a:lnTo>
                  <a:pt x="635103" y="55879"/>
                </a:lnTo>
                <a:lnTo>
                  <a:pt x="609972" y="55879"/>
                </a:lnTo>
                <a:lnTo>
                  <a:pt x="584828" y="57149"/>
                </a:lnTo>
                <a:lnTo>
                  <a:pt x="480604" y="64769"/>
                </a:lnTo>
                <a:lnTo>
                  <a:pt x="428620" y="69849"/>
                </a:lnTo>
                <a:lnTo>
                  <a:pt x="376804" y="76199"/>
                </a:lnTo>
                <a:lnTo>
                  <a:pt x="273935" y="93979"/>
                </a:lnTo>
                <a:lnTo>
                  <a:pt x="235137" y="102869"/>
                </a:lnTo>
                <a:lnTo>
                  <a:pt x="196435" y="113029"/>
                </a:lnTo>
                <a:lnTo>
                  <a:pt x="158351" y="124459"/>
                </a:lnTo>
                <a:lnTo>
                  <a:pt x="121410" y="138429"/>
                </a:lnTo>
                <a:lnTo>
                  <a:pt x="85210" y="157479"/>
                </a:lnTo>
                <a:lnTo>
                  <a:pt x="73532" y="165099"/>
                </a:lnTo>
                <a:lnTo>
                  <a:pt x="98035" y="165099"/>
                </a:lnTo>
                <a:lnTo>
                  <a:pt x="72738" y="179069"/>
                </a:lnTo>
                <a:lnTo>
                  <a:pt x="46414" y="199389"/>
                </a:lnTo>
                <a:lnTo>
                  <a:pt x="27304" y="224789"/>
                </a:lnTo>
                <a:lnTo>
                  <a:pt x="21448" y="247649"/>
                </a:lnTo>
                <a:lnTo>
                  <a:pt x="24748" y="269239"/>
                </a:lnTo>
                <a:lnTo>
                  <a:pt x="51434" y="306069"/>
                </a:lnTo>
                <a:lnTo>
                  <a:pt x="108631" y="337819"/>
                </a:lnTo>
                <a:lnTo>
                  <a:pt x="171829" y="354329"/>
                </a:lnTo>
                <a:lnTo>
                  <a:pt x="222490" y="364489"/>
                </a:lnTo>
                <a:lnTo>
                  <a:pt x="273601" y="373379"/>
                </a:lnTo>
                <a:lnTo>
                  <a:pt x="283890" y="374649"/>
                </a:lnTo>
                <a:lnTo>
                  <a:pt x="204086" y="374649"/>
                </a:lnTo>
                <a:lnTo>
                  <a:pt x="254393" y="384809"/>
                </a:lnTo>
                <a:lnTo>
                  <a:pt x="305342" y="393699"/>
                </a:lnTo>
                <a:lnTo>
                  <a:pt x="356707" y="400049"/>
                </a:lnTo>
                <a:lnTo>
                  <a:pt x="408262" y="405129"/>
                </a:lnTo>
                <a:lnTo>
                  <a:pt x="541162" y="411479"/>
                </a:lnTo>
                <a:lnTo>
                  <a:pt x="571318" y="411479"/>
                </a:lnTo>
                <a:lnTo>
                  <a:pt x="601498" y="412749"/>
                </a:lnTo>
                <a:lnTo>
                  <a:pt x="891089" y="412749"/>
                </a:lnTo>
                <a:lnTo>
                  <a:pt x="867449" y="415289"/>
                </a:lnTo>
                <a:lnTo>
                  <a:pt x="772659" y="420369"/>
                </a:lnTo>
                <a:lnTo>
                  <a:pt x="733680" y="422909"/>
                </a:lnTo>
                <a:lnTo>
                  <a:pt x="694666" y="424179"/>
                </a:lnTo>
                <a:close/>
              </a:path>
              <a:path extrusionOk="0" h="424180" w="1349375">
                <a:moveTo>
                  <a:pt x="98035" y="165099"/>
                </a:moveTo>
                <a:lnTo>
                  <a:pt x="73532" y="165099"/>
                </a:lnTo>
                <a:lnTo>
                  <a:pt x="104240" y="149859"/>
                </a:lnTo>
                <a:lnTo>
                  <a:pt x="169132" y="125729"/>
                </a:lnTo>
                <a:lnTo>
                  <a:pt x="235750" y="107949"/>
                </a:lnTo>
                <a:lnTo>
                  <a:pt x="337816" y="87629"/>
                </a:lnTo>
                <a:lnTo>
                  <a:pt x="384802" y="80009"/>
                </a:lnTo>
                <a:lnTo>
                  <a:pt x="479363" y="69849"/>
                </a:lnTo>
                <a:lnTo>
                  <a:pt x="574368" y="64769"/>
                </a:lnTo>
                <a:lnTo>
                  <a:pt x="669536" y="62229"/>
                </a:lnTo>
                <a:lnTo>
                  <a:pt x="673981" y="62229"/>
                </a:lnTo>
                <a:lnTo>
                  <a:pt x="676648" y="63499"/>
                </a:lnTo>
                <a:lnTo>
                  <a:pt x="673473" y="72389"/>
                </a:lnTo>
                <a:lnTo>
                  <a:pt x="665091" y="73659"/>
                </a:lnTo>
                <a:lnTo>
                  <a:pt x="637131" y="73659"/>
                </a:lnTo>
                <a:lnTo>
                  <a:pt x="565016" y="77469"/>
                </a:lnTo>
                <a:lnTo>
                  <a:pt x="517600" y="78739"/>
                </a:lnTo>
                <a:lnTo>
                  <a:pt x="423016" y="86359"/>
                </a:lnTo>
                <a:lnTo>
                  <a:pt x="375939" y="92709"/>
                </a:lnTo>
                <a:lnTo>
                  <a:pt x="329066" y="100329"/>
                </a:lnTo>
                <a:lnTo>
                  <a:pt x="244454" y="116839"/>
                </a:lnTo>
                <a:lnTo>
                  <a:pt x="169092" y="137159"/>
                </a:lnTo>
                <a:lnTo>
                  <a:pt x="132459" y="149859"/>
                </a:lnTo>
                <a:lnTo>
                  <a:pt x="102634" y="162559"/>
                </a:lnTo>
                <a:lnTo>
                  <a:pt x="98035" y="165099"/>
                </a:lnTo>
                <a:close/>
              </a:path>
              <a:path extrusionOk="0" h="424180" w="1349375">
                <a:moveTo>
                  <a:pt x="891089" y="412749"/>
                </a:moveTo>
                <a:lnTo>
                  <a:pt x="631690" y="412749"/>
                </a:lnTo>
                <a:lnTo>
                  <a:pt x="744814" y="410209"/>
                </a:lnTo>
                <a:lnTo>
                  <a:pt x="801317" y="407669"/>
                </a:lnTo>
                <a:lnTo>
                  <a:pt x="857748" y="403859"/>
                </a:lnTo>
                <a:lnTo>
                  <a:pt x="962206" y="393699"/>
                </a:lnTo>
                <a:lnTo>
                  <a:pt x="1014321" y="384809"/>
                </a:lnTo>
                <a:lnTo>
                  <a:pt x="1065959" y="374649"/>
                </a:lnTo>
                <a:lnTo>
                  <a:pt x="1116822" y="361949"/>
                </a:lnTo>
                <a:lnTo>
                  <a:pt x="1166608" y="345439"/>
                </a:lnTo>
                <a:lnTo>
                  <a:pt x="1221579" y="321309"/>
                </a:lnTo>
                <a:lnTo>
                  <a:pt x="1239886" y="311149"/>
                </a:lnTo>
                <a:lnTo>
                  <a:pt x="1262222" y="311149"/>
                </a:lnTo>
                <a:lnTo>
                  <a:pt x="1206686" y="341629"/>
                </a:lnTo>
                <a:lnTo>
                  <a:pt x="1137174" y="367029"/>
                </a:lnTo>
                <a:lnTo>
                  <a:pt x="1008739" y="397509"/>
                </a:lnTo>
                <a:lnTo>
                  <a:pt x="914729" y="410209"/>
                </a:lnTo>
                <a:lnTo>
                  <a:pt x="891089" y="412749"/>
                </a:lnTo>
                <a:close/>
              </a:path>
              <a:path extrusionOk="0" h="424180" w="1349375">
                <a:moveTo>
                  <a:pt x="606123" y="405129"/>
                </a:moveTo>
                <a:lnTo>
                  <a:pt x="522811" y="405129"/>
                </a:lnTo>
                <a:lnTo>
                  <a:pt x="415031" y="401319"/>
                </a:lnTo>
                <a:lnTo>
                  <a:pt x="318972" y="391159"/>
                </a:lnTo>
                <a:lnTo>
                  <a:pt x="271104" y="384809"/>
                </a:lnTo>
                <a:lnTo>
                  <a:pt x="223390" y="377189"/>
                </a:lnTo>
                <a:lnTo>
                  <a:pt x="209802" y="375804"/>
                </a:lnTo>
                <a:lnTo>
                  <a:pt x="204086" y="374649"/>
                </a:lnTo>
                <a:lnTo>
                  <a:pt x="283890" y="374649"/>
                </a:lnTo>
                <a:lnTo>
                  <a:pt x="376724" y="386079"/>
                </a:lnTo>
                <a:lnTo>
                  <a:pt x="428514" y="389889"/>
                </a:lnTo>
                <a:lnTo>
                  <a:pt x="480308" y="392429"/>
                </a:lnTo>
                <a:lnTo>
                  <a:pt x="531996" y="393699"/>
                </a:lnTo>
                <a:lnTo>
                  <a:pt x="807439" y="393699"/>
                </a:lnTo>
                <a:lnTo>
                  <a:pt x="795137" y="394969"/>
                </a:lnTo>
                <a:lnTo>
                  <a:pt x="747990" y="398779"/>
                </a:lnTo>
                <a:lnTo>
                  <a:pt x="653453" y="403859"/>
                </a:lnTo>
                <a:lnTo>
                  <a:pt x="606123" y="405129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" name="Google Shape;80;p3"/>
          <p:cNvSpPr/>
          <p:nvPr/>
        </p:nvSpPr>
        <p:spPr>
          <a:xfrm>
            <a:off x="436568" y="1872700"/>
            <a:ext cx="57150" cy="57150"/>
          </a:xfrm>
          <a:custGeom>
            <a:rect b="b" l="l" r="r" t="t"/>
            <a:pathLst>
              <a:path extrusionOk="0" h="57150" w="57150">
                <a:moveTo>
                  <a:pt x="32384" y="57149"/>
                </a:moveTo>
                <a:lnTo>
                  <a:pt x="24764" y="57149"/>
                </a:lnTo>
                <a:lnTo>
                  <a:pt x="21082" y="56387"/>
                </a:lnTo>
                <a:lnTo>
                  <a:pt x="0" y="32384"/>
                </a:lnTo>
                <a:lnTo>
                  <a:pt x="0" y="24764"/>
                </a:lnTo>
                <a:lnTo>
                  <a:pt x="24764" y="0"/>
                </a:lnTo>
                <a:lnTo>
                  <a:pt x="32384" y="0"/>
                </a:lnTo>
                <a:lnTo>
                  <a:pt x="57149" y="24764"/>
                </a:lnTo>
                <a:lnTo>
                  <a:pt x="57149" y="32384"/>
                </a:lnTo>
                <a:lnTo>
                  <a:pt x="3238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" name="Google Shape;81;p3"/>
          <p:cNvSpPr/>
          <p:nvPr/>
        </p:nvSpPr>
        <p:spPr>
          <a:xfrm>
            <a:off x="436568" y="2129875"/>
            <a:ext cx="57150" cy="57150"/>
          </a:xfrm>
          <a:custGeom>
            <a:rect b="b" l="l" r="r" t="t"/>
            <a:pathLst>
              <a:path extrusionOk="0" h="57150" w="57150">
                <a:moveTo>
                  <a:pt x="32384" y="57149"/>
                </a:moveTo>
                <a:lnTo>
                  <a:pt x="24764" y="57149"/>
                </a:lnTo>
                <a:lnTo>
                  <a:pt x="21082" y="56387"/>
                </a:lnTo>
                <a:lnTo>
                  <a:pt x="0" y="32384"/>
                </a:lnTo>
                <a:lnTo>
                  <a:pt x="0" y="24764"/>
                </a:lnTo>
                <a:lnTo>
                  <a:pt x="24764" y="0"/>
                </a:lnTo>
                <a:lnTo>
                  <a:pt x="32384" y="0"/>
                </a:lnTo>
                <a:lnTo>
                  <a:pt x="57149" y="24764"/>
                </a:lnTo>
                <a:lnTo>
                  <a:pt x="57149" y="32384"/>
                </a:lnTo>
                <a:lnTo>
                  <a:pt x="3238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" name="Google Shape;82;p3"/>
          <p:cNvSpPr/>
          <p:nvPr/>
        </p:nvSpPr>
        <p:spPr>
          <a:xfrm>
            <a:off x="436568" y="2387050"/>
            <a:ext cx="57150" cy="57150"/>
          </a:xfrm>
          <a:custGeom>
            <a:rect b="b" l="l" r="r" t="t"/>
            <a:pathLst>
              <a:path extrusionOk="0" h="57150" w="57150">
                <a:moveTo>
                  <a:pt x="32384" y="57149"/>
                </a:moveTo>
                <a:lnTo>
                  <a:pt x="24764" y="57149"/>
                </a:lnTo>
                <a:lnTo>
                  <a:pt x="21082" y="56387"/>
                </a:lnTo>
                <a:lnTo>
                  <a:pt x="0" y="32384"/>
                </a:lnTo>
                <a:lnTo>
                  <a:pt x="0" y="24764"/>
                </a:lnTo>
                <a:lnTo>
                  <a:pt x="24764" y="0"/>
                </a:lnTo>
                <a:lnTo>
                  <a:pt x="32384" y="0"/>
                </a:lnTo>
                <a:lnTo>
                  <a:pt x="57149" y="24764"/>
                </a:lnTo>
                <a:lnTo>
                  <a:pt x="57149" y="32384"/>
                </a:lnTo>
                <a:lnTo>
                  <a:pt x="3238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" name="Google Shape;83;p3"/>
          <p:cNvSpPr/>
          <p:nvPr/>
        </p:nvSpPr>
        <p:spPr>
          <a:xfrm>
            <a:off x="436568" y="3415750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2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1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" name="Google Shape;84;p3"/>
          <p:cNvSpPr/>
          <p:nvPr/>
        </p:nvSpPr>
        <p:spPr>
          <a:xfrm>
            <a:off x="436568" y="4436678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2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1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" name="Google Shape;85;p3"/>
          <p:cNvSpPr/>
          <p:nvPr/>
        </p:nvSpPr>
        <p:spPr>
          <a:xfrm>
            <a:off x="436568" y="4693853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2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1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" name="Google Shape;86;p3"/>
          <p:cNvSpPr/>
          <p:nvPr/>
        </p:nvSpPr>
        <p:spPr>
          <a:xfrm>
            <a:off x="436568" y="4951028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2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1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" name="Google Shape;87;p3"/>
          <p:cNvSpPr/>
          <p:nvPr/>
        </p:nvSpPr>
        <p:spPr>
          <a:xfrm>
            <a:off x="436568" y="5208203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4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1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" name="Google Shape;88;p3"/>
          <p:cNvSpPr/>
          <p:nvPr/>
        </p:nvSpPr>
        <p:spPr>
          <a:xfrm>
            <a:off x="436568" y="5465378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4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1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" name="Google Shape;89;p3"/>
          <p:cNvSpPr/>
          <p:nvPr/>
        </p:nvSpPr>
        <p:spPr>
          <a:xfrm>
            <a:off x="436568" y="5722553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4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1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" name="Google Shape;90;p3"/>
          <p:cNvSpPr/>
          <p:nvPr/>
        </p:nvSpPr>
        <p:spPr>
          <a:xfrm>
            <a:off x="436568" y="5979728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4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1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" name="Google Shape;91;p3"/>
          <p:cNvSpPr txBox="1"/>
          <p:nvPr/>
        </p:nvSpPr>
        <p:spPr>
          <a:xfrm>
            <a:off x="223843" y="1167818"/>
            <a:ext cx="5906770" cy="4961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Technologies to be used 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50165" lvl="0" marL="435609" marR="1475105" rtl="0" algn="l">
              <a:lnSpc>
                <a:spcPct val="11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Frontend: React Native / Flutter (mobile app) Backend: FastAPI/Flask (Python)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435609" rtl="0" algn="l">
              <a:lnSpc>
                <a:spcPct val="114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ML Models: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760095" marR="1078865" rtl="0" algn="l">
              <a:lnSpc>
                <a:spcPct val="119411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Soil &amp; crop suitability: 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760095" marR="1078865" rtl="0" algn="l">
              <a:lnSpc>
                <a:spcPct val="119411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Yield &amp; profit forecast: LSTM/Random Forest.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71145" rtl="0" algn="l">
              <a:lnSpc>
                <a:spcPct val="114411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Firebase APIs: OpenWeatherMap API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6080" rtl="0" algn="l">
              <a:lnSpc>
                <a:spcPct val="119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SoilDatabase Deployment: Stream Lit Cloud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001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Methodology: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386080" marR="5080" rtl="0" algn="l">
              <a:lnSpc>
                <a:spcPct val="119411"/>
              </a:lnSpc>
              <a:spcBef>
                <a:spcPts val="152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Soil parameters (manual entry or defaults from regional data) Weather info (API-based)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6080" rtl="0" algn="l">
              <a:lnSpc>
                <a:spcPct val="114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Farmer location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6080" marR="623570" rtl="0" algn="l">
              <a:lnSpc>
                <a:spcPct val="119411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Pre-trained classification model predicts suitable crops Considers soil + weather + historical yield data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6080" rtl="0" algn="l">
              <a:lnSpc>
                <a:spcPct val="114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Output Recommends 1-3 best crops with reasons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6080" rtl="0" algn="l">
              <a:lnSpc>
                <a:spcPct val="119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Shows expected yield and profitability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>
            <p:ph type="title"/>
          </p:nvPr>
        </p:nvSpPr>
        <p:spPr>
          <a:xfrm>
            <a:off x="3136502" y="117268"/>
            <a:ext cx="4994910" cy="532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TECHNICAL APPROACH</a:t>
            </a:r>
            <a:endParaRPr sz="3300"/>
          </a:p>
        </p:txBody>
      </p:sp>
      <p:sp>
        <p:nvSpPr>
          <p:cNvPr id="93" name="Google Shape;93;p3"/>
          <p:cNvSpPr txBox="1"/>
          <p:nvPr/>
        </p:nvSpPr>
        <p:spPr>
          <a:xfrm>
            <a:off x="233968" y="294471"/>
            <a:ext cx="878840" cy="27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Solvocrats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5">
            <a:alphaModFix/>
          </a:blip>
          <a:srcRect b="29722" l="17778" r="15556" t="13723"/>
          <a:stretch/>
        </p:blipFill>
        <p:spPr>
          <a:xfrm>
            <a:off x="6276606" y="1406468"/>
            <a:ext cx="5451787" cy="462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976" y="18288"/>
            <a:ext cx="1222627" cy="60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6671" y="116166"/>
            <a:ext cx="1809749" cy="923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137368" y="240871"/>
            <a:ext cx="1349375" cy="424180"/>
          </a:xfrm>
          <a:custGeom>
            <a:rect b="b" l="l" r="r" t="t"/>
            <a:pathLst>
              <a:path extrusionOk="0" h="424180" w="1349375">
                <a:moveTo>
                  <a:pt x="404236" y="40639"/>
                </a:moveTo>
                <a:lnTo>
                  <a:pt x="397759" y="40639"/>
                </a:lnTo>
                <a:lnTo>
                  <a:pt x="396362" y="39369"/>
                </a:lnTo>
                <a:lnTo>
                  <a:pt x="395600" y="35559"/>
                </a:lnTo>
                <a:lnTo>
                  <a:pt x="400934" y="30479"/>
                </a:lnTo>
                <a:lnTo>
                  <a:pt x="407157" y="29209"/>
                </a:lnTo>
                <a:lnTo>
                  <a:pt x="532583" y="12699"/>
                </a:lnTo>
                <a:lnTo>
                  <a:pt x="632167" y="5079"/>
                </a:lnTo>
                <a:lnTo>
                  <a:pt x="732004" y="0"/>
                </a:lnTo>
                <a:lnTo>
                  <a:pt x="821013" y="0"/>
                </a:lnTo>
                <a:lnTo>
                  <a:pt x="833872" y="1269"/>
                </a:lnTo>
                <a:lnTo>
                  <a:pt x="884353" y="2539"/>
                </a:lnTo>
                <a:lnTo>
                  <a:pt x="934435" y="7619"/>
                </a:lnTo>
                <a:lnTo>
                  <a:pt x="964228" y="11429"/>
                </a:lnTo>
                <a:lnTo>
                  <a:pt x="738941" y="11429"/>
                </a:lnTo>
                <a:lnTo>
                  <a:pt x="719192" y="12699"/>
                </a:lnTo>
                <a:lnTo>
                  <a:pt x="707635" y="12699"/>
                </a:lnTo>
                <a:lnTo>
                  <a:pt x="778199" y="15239"/>
                </a:lnTo>
                <a:lnTo>
                  <a:pt x="848477" y="20319"/>
                </a:lnTo>
                <a:lnTo>
                  <a:pt x="886135" y="24129"/>
                </a:lnTo>
                <a:lnTo>
                  <a:pt x="593169" y="24129"/>
                </a:lnTo>
                <a:lnTo>
                  <a:pt x="498337" y="29209"/>
                </a:lnTo>
                <a:lnTo>
                  <a:pt x="451164" y="34289"/>
                </a:lnTo>
                <a:lnTo>
                  <a:pt x="404236" y="40639"/>
                </a:lnTo>
                <a:close/>
              </a:path>
              <a:path extrusionOk="0" h="424180" w="1349375">
                <a:moveTo>
                  <a:pt x="1332156" y="252729"/>
                </a:moveTo>
                <a:lnTo>
                  <a:pt x="1312403" y="252729"/>
                </a:lnTo>
                <a:lnTo>
                  <a:pt x="1321765" y="237489"/>
                </a:lnTo>
                <a:lnTo>
                  <a:pt x="1327007" y="222249"/>
                </a:lnTo>
                <a:lnTo>
                  <a:pt x="1327111" y="215899"/>
                </a:lnTo>
                <a:lnTo>
                  <a:pt x="1327214" y="209549"/>
                </a:lnTo>
                <a:lnTo>
                  <a:pt x="1327297" y="204469"/>
                </a:lnTo>
                <a:lnTo>
                  <a:pt x="1304197" y="158749"/>
                </a:lnTo>
                <a:lnTo>
                  <a:pt x="1251275" y="118109"/>
                </a:lnTo>
                <a:lnTo>
                  <a:pt x="1179828" y="82549"/>
                </a:lnTo>
                <a:lnTo>
                  <a:pt x="1135557" y="66039"/>
                </a:lnTo>
                <a:lnTo>
                  <a:pt x="1090334" y="50799"/>
                </a:lnTo>
                <a:lnTo>
                  <a:pt x="1044563" y="39369"/>
                </a:lnTo>
                <a:lnTo>
                  <a:pt x="992366" y="27939"/>
                </a:lnTo>
                <a:lnTo>
                  <a:pt x="939774" y="20319"/>
                </a:lnTo>
                <a:lnTo>
                  <a:pt x="886876" y="15239"/>
                </a:lnTo>
                <a:lnTo>
                  <a:pt x="833765" y="12699"/>
                </a:lnTo>
                <a:lnTo>
                  <a:pt x="780533" y="11429"/>
                </a:lnTo>
                <a:lnTo>
                  <a:pt x="964228" y="11429"/>
                </a:lnTo>
                <a:lnTo>
                  <a:pt x="1033292" y="22859"/>
                </a:lnTo>
                <a:lnTo>
                  <a:pt x="1082014" y="34289"/>
                </a:lnTo>
                <a:lnTo>
                  <a:pt x="1130229" y="48259"/>
                </a:lnTo>
                <a:lnTo>
                  <a:pt x="1177911" y="64769"/>
                </a:lnTo>
                <a:lnTo>
                  <a:pt x="1214848" y="80009"/>
                </a:lnTo>
                <a:lnTo>
                  <a:pt x="1251285" y="97789"/>
                </a:lnTo>
                <a:lnTo>
                  <a:pt x="1285673" y="119379"/>
                </a:lnTo>
                <a:lnTo>
                  <a:pt x="1316467" y="144779"/>
                </a:lnTo>
                <a:lnTo>
                  <a:pt x="1344009" y="182879"/>
                </a:lnTo>
                <a:lnTo>
                  <a:pt x="1349167" y="205739"/>
                </a:lnTo>
                <a:lnTo>
                  <a:pt x="1345549" y="229869"/>
                </a:lnTo>
                <a:lnTo>
                  <a:pt x="1336229" y="247649"/>
                </a:lnTo>
                <a:lnTo>
                  <a:pt x="1332156" y="252729"/>
                </a:lnTo>
                <a:close/>
              </a:path>
              <a:path extrusionOk="0" h="424180" w="1349375">
                <a:moveTo>
                  <a:pt x="807439" y="393699"/>
                </a:moveTo>
                <a:lnTo>
                  <a:pt x="619568" y="393699"/>
                </a:lnTo>
                <a:lnTo>
                  <a:pt x="776248" y="386079"/>
                </a:lnTo>
                <a:lnTo>
                  <a:pt x="880661" y="375804"/>
                </a:lnTo>
                <a:lnTo>
                  <a:pt x="988956" y="360679"/>
                </a:lnTo>
                <a:lnTo>
                  <a:pt x="1043245" y="351789"/>
                </a:lnTo>
                <a:lnTo>
                  <a:pt x="1097164" y="341629"/>
                </a:lnTo>
                <a:lnTo>
                  <a:pt x="1150440" y="327659"/>
                </a:lnTo>
                <a:lnTo>
                  <a:pt x="1202803" y="312419"/>
                </a:lnTo>
                <a:lnTo>
                  <a:pt x="1273795" y="283209"/>
                </a:lnTo>
                <a:lnTo>
                  <a:pt x="1296726" y="234949"/>
                </a:lnTo>
                <a:lnTo>
                  <a:pt x="1296620" y="224789"/>
                </a:lnTo>
                <a:lnTo>
                  <a:pt x="1271636" y="166369"/>
                </a:lnTo>
                <a:lnTo>
                  <a:pt x="1226933" y="132079"/>
                </a:lnTo>
                <a:lnTo>
                  <a:pt x="1189712" y="113029"/>
                </a:lnTo>
                <a:lnTo>
                  <a:pt x="1150718" y="96519"/>
                </a:lnTo>
                <a:lnTo>
                  <a:pt x="1110651" y="83819"/>
                </a:lnTo>
                <a:lnTo>
                  <a:pt x="1070216" y="72389"/>
                </a:lnTo>
                <a:lnTo>
                  <a:pt x="1023399" y="60959"/>
                </a:lnTo>
                <a:lnTo>
                  <a:pt x="976265" y="50799"/>
                </a:lnTo>
                <a:lnTo>
                  <a:pt x="928853" y="43179"/>
                </a:lnTo>
                <a:lnTo>
                  <a:pt x="881203" y="36829"/>
                </a:lnTo>
                <a:lnTo>
                  <a:pt x="833355" y="31749"/>
                </a:lnTo>
                <a:lnTo>
                  <a:pt x="785349" y="27939"/>
                </a:lnTo>
                <a:lnTo>
                  <a:pt x="737226" y="26669"/>
                </a:lnTo>
                <a:lnTo>
                  <a:pt x="689014" y="24129"/>
                </a:lnTo>
                <a:lnTo>
                  <a:pt x="886135" y="24129"/>
                </a:lnTo>
                <a:lnTo>
                  <a:pt x="898688" y="25399"/>
                </a:lnTo>
                <a:lnTo>
                  <a:pt x="949008" y="31749"/>
                </a:lnTo>
                <a:lnTo>
                  <a:pt x="999188" y="40639"/>
                </a:lnTo>
                <a:lnTo>
                  <a:pt x="1048979" y="50799"/>
                </a:lnTo>
                <a:lnTo>
                  <a:pt x="1098133" y="63499"/>
                </a:lnTo>
                <a:lnTo>
                  <a:pt x="1146400" y="78739"/>
                </a:lnTo>
                <a:lnTo>
                  <a:pt x="1193532" y="97789"/>
                </a:lnTo>
                <a:lnTo>
                  <a:pt x="1231936" y="115569"/>
                </a:lnTo>
                <a:lnTo>
                  <a:pt x="1270249" y="140969"/>
                </a:lnTo>
                <a:lnTo>
                  <a:pt x="1301247" y="171449"/>
                </a:lnTo>
                <a:lnTo>
                  <a:pt x="1317706" y="209549"/>
                </a:lnTo>
                <a:lnTo>
                  <a:pt x="1312403" y="252729"/>
                </a:lnTo>
                <a:lnTo>
                  <a:pt x="1332156" y="252729"/>
                </a:lnTo>
                <a:lnTo>
                  <a:pt x="1322991" y="264159"/>
                </a:lnTo>
                <a:lnTo>
                  <a:pt x="1307063" y="276859"/>
                </a:lnTo>
                <a:lnTo>
                  <a:pt x="1289670" y="288289"/>
                </a:lnTo>
                <a:lnTo>
                  <a:pt x="1278298" y="298449"/>
                </a:lnTo>
                <a:lnTo>
                  <a:pt x="1265937" y="308609"/>
                </a:lnTo>
                <a:lnTo>
                  <a:pt x="1262222" y="311149"/>
                </a:lnTo>
                <a:lnTo>
                  <a:pt x="1239886" y="311149"/>
                </a:lnTo>
                <a:lnTo>
                  <a:pt x="1214671" y="320039"/>
                </a:lnTo>
                <a:lnTo>
                  <a:pt x="1163146" y="335279"/>
                </a:lnTo>
                <a:lnTo>
                  <a:pt x="1088955" y="353059"/>
                </a:lnTo>
                <a:lnTo>
                  <a:pt x="991659" y="370839"/>
                </a:lnTo>
                <a:lnTo>
                  <a:pt x="942676" y="378459"/>
                </a:lnTo>
                <a:lnTo>
                  <a:pt x="893554" y="384809"/>
                </a:lnTo>
                <a:lnTo>
                  <a:pt x="807439" y="393699"/>
                </a:lnTo>
                <a:close/>
              </a:path>
              <a:path extrusionOk="0" h="424180" w="1349375">
                <a:moveTo>
                  <a:pt x="694666" y="424179"/>
                </a:moveTo>
                <a:lnTo>
                  <a:pt x="561815" y="424179"/>
                </a:lnTo>
                <a:lnTo>
                  <a:pt x="507089" y="422909"/>
                </a:lnTo>
                <a:lnTo>
                  <a:pt x="452434" y="420369"/>
                </a:lnTo>
                <a:lnTo>
                  <a:pt x="397886" y="416559"/>
                </a:lnTo>
                <a:lnTo>
                  <a:pt x="303161" y="406399"/>
                </a:lnTo>
                <a:lnTo>
                  <a:pt x="256066" y="398779"/>
                </a:lnTo>
                <a:lnTo>
                  <a:pt x="209293" y="389889"/>
                </a:lnTo>
                <a:lnTo>
                  <a:pt x="135491" y="370839"/>
                </a:lnTo>
                <a:lnTo>
                  <a:pt x="99727" y="356869"/>
                </a:lnTo>
                <a:lnTo>
                  <a:pt x="51440" y="331469"/>
                </a:lnTo>
                <a:lnTo>
                  <a:pt x="14096" y="295909"/>
                </a:lnTo>
                <a:lnTo>
                  <a:pt x="13461" y="295909"/>
                </a:lnTo>
                <a:lnTo>
                  <a:pt x="12826" y="294639"/>
                </a:lnTo>
                <a:lnTo>
                  <a:pt x="12318" y="293369"/>
                </a:lnTo>
                <a:lnTo>
                  <a:pt x="11683" y="293369"/>
                </a:lnTo>
                <a:lnTo>
                  <a:pt x="8508" y="288289"/>
                </a:lnTo>
                <a:lnTo>
                  <a:pt x="5841" y="283209"/>
                </a:lnTo>
                <a:lnTo>
                  <a:pt x="3809" y="276859"/>
                </a:lnTo>
                <a:lnTo>
                  <a:pt x="3428" y="276859"/>
                </a:lnTo>
                <a:lnTo>
                  <a:pt x="3174" y="275589"/>
                </a:lnTo>
                <a:lnTo>
                  <a:pt x="507" y="266699"/>
                </a:lnTo>
                <a:lnTo>
                  <a:pt x="0" y="264159"/>
                </a:lnTo>
                <a:lnTo>
                  <a:pt x="132" y="252729"/>
                </a:lnTo>
                <a:lnTo>
                  <a:pt x="191" y="247649"/>
                </a:lnTo>
                <a:lnTo>
                  <a:pt x="309" y="237489"/>
                </a:lnTo>
                <a:lnTo>
                  <a:pt x="23359" y="193039"/>
                </a:lnTo>
                <a:lnTo>
                  <a:pt x="74450" y="149859"/>
                </a:lnTo>
                <a:lnTo>
                  <a:pt x="110790" y="130809"/>
                </a:lnTo>
                <a:lnTo>
                  <a:pt x="149201" y="115569"/>
                </a:lnTo>
                <a:lnTo>
                  <a:pt x="188338" y="104139"/>
                </a:lnTo>
                <a:lnTo>
                  <a:pt x="261744" y="86359"/>
                </a:lnTo>
                <a:lnTo>
                  <a:pt x="386638" y="63499"/>
                </a:lnTo>
                <a:lnTo>
                  <a:pt x="488624" y="53339"/>
                </a:lnTo>
                <a:lnTo>
                  <a:pt x="591037" y="45719"/>
                </a:lnTo>
                <a:lnTo>
                  <a:pt x="642298" y="44449"/>
                </a:lnTo>
                <a:lnTo>
                  <a:pt x="693666" y="41909"/>
                </a:lnTo>
                <a:lnTo>
                  <a:pt x="698111" y="41909"/>
                </a:lnTo>
                <a:lnTo>
                  <a:pt x="700777" y="44449"/>
                </a:lnTo>
                <a:lnTo>
                  <a:pt x="699254" y="48259"/>
                </a:lnTo>
                <a:lnTo>
                  <a:pt x="697603" y="52069"/>
                </a:lnTo>
                <a:lnTo>
                  <a:pt x="689221" y="53339"/>
                </a:lnTo>
                <a:lnTo>
                  <a:pt x="685284" y="53339"/>
                </a:lnTo>
                <a:lnTo>
                  <a:pt x="635103" y="55879"/>
                </a:lnTo>
                <a:lnTo>
                  <a:pt x="609972" y="55879"/>
                </a:lnTo>
                <a:lnTo>
                  <a:pt x="584828" y="57149"/>
                </a:lnTo>
                <a:lnTo>
                  <a:pt x="480604" y="64769"/>
                </a:lnTo>
                <a:lnTo>
                  <a:pt x="428620" y="69849"/>
                </a:lnTo>
                <a:lnTo>
                  <a:pt x="376804" y="76199"/>
                </a:lnTo>
                <a:lnTo>
                  <a:pt x="273935" y="93979"/>
                </a:lnTo>
                <a:lnTo>
                  <a:pt x="235137" y="102869"/>
                </a:lnTo>
                <a:lnTo>
                  <a:pt x="196435" y="113029"/>
                </a:lnTo>
                <a:lnTo>
                  <a:pt x="158351" y="124459"/>
                </a:lnTo>
                <a:lnTo>
                  <a:pt x="121410" y="138429"/>
                </a:lnTo>
                <a:lnTo>
                  <a:pt x="85210" y="157479"/>
                </a:lnTo>
                <a:lnTo>
                  <a:pt x="73532" y="165099"/>
                </a:lnTo>
                <a:lnTo>
                  <a:pt x="98035" y="165099"/>
                </a:lnTo>
                <a:lnTo>
                  <a:pt x="72738" y="179069"/>
                </a:lnTo>
                <a:lnTo>
                  <a:pt x="46414" y="199389"/>
                </a:lnTo>
                <a:lnTo>
                  <a:pt x="27304" y="224789"/>
                </a:lnTo>
                <a:lnTo>
                  <a:pt x="21448" y="247649"/>
                </a:lnTo>
                <a:lnTo>
                  <a:pt x="24748" y="269239"/>
                </a:lnTo>
                <a:lnTo>
                  <a:pt x="51434" y="306069"/>
                </a:lnTo>
                <a:lnTo>
                  <a:pt x="108631" y="337819"/>
                </a:lnTo>
                <a:lnTo>
                  <a:pt x="171829" y="354329"/>
                </a:lnTo>
                <a:lnTo>
                  <a:pt x="222490" y="364489"/>
                </a:lnTo>
                <a:lnTo>
                  <a:pt x="273601" y="373379"/>
                </a:lnTo>
                <a:lnTo>
                  <a:pt x="283890" y="374649"/>
                </a:lnTo>
                <a:lnTo>
                  <a:pt x="204086" y="374649"/>
                </a:lnTo>
                <a:lnTo>
                  <a:pt x="254393" y="384809"/>
                </a:lnTo>
                <a:lnTo>
                  <a:pt x="305342" y="393699"/>
                </a:lnTo>
                <a:lnTo>
                  <a:pt x="356707" y="400049"/>
                </a:lnTo>
                <a:lnTo>
                  <a:pt x="408262" y="405129"/>
                </a:lnTo>
                <a:lnTo>
                  <a:pt x="541162" y="411479"/>
                </a:lnTo>
                <a:lnTo>
                  <a:pt x="571318" y="411479"/>
                </a:lnTo>
                <a:lnTo>
                  <a:pt x="601498" y="412749"/>
                </a:lnTo>
                <a:lnTo>
                  <a:pt x="891089" y="412749"/>
                </a:lnTo>
                <a:lnTo>
                  <a:pt x="867449" y="415289"/>
                </a:lnTo>
                <a:lnTo>
                  <a:pt x="772659" y="420369"/>
                </a:lnTo>
                <a:lnTo>
                  <a:pt x="733680" y="422909"/>
                </a:lnTo>
                <a:lnTo>
                  <a:pt x="694666" y="424179"/>
                </a:lnTo>
                <a:close/>
              </a:path>
              <a:path extrusionOk="0" h="424180" w="1349375">
                <a:moveTo>
                  <a:pt x="98035" y="165099"/>
                </a:moveTo>
                <a:lnTo>
                  <a:pt x="73532" y="165099"/>
                </a:lnTo>
                <a:lnTo>
                  <a:pt x="104240" y="149859"/>
                </a:lnTo>
                <a:lnTo>
                  <a:pt x="169132" y="125729"/>
                </a:lnTo>
                <a:lnTo>
                  <a:pt x="235750" y="107949"/>
                </a:lnTo>
                <a:lnTo>
                  <a:pt x="337816" y="87629"/>
                </a:lnTo>
                <a:lnTo>
                  <a:pt x="384802" y="80009"/>
                </a:lnTo>
                <a:lnTo>
                  <a:pt x="479363" y="69849"/>
                </a:lnTo>
                <a:lnTo>
                  <a:pt x="574368" y="64769"/>
                </a:lnTo>
                <a:lnTo>
                  <a:pt x="669536" y="62229"/>
                </a:lnTo>
                <a:lnTo>
                  <a:pt x="673981" y="62229"/>
                </a:lnTo>
                <a:lnTo>
                  <a:pt x="676648" y="63499"/>
                </a:lnTo>
                <a:lnTo>
                  <a:pt x="673473" y="72389"/>
                </a:lnTo>
                <a:lnTo>
                  <a:pt x="665091" y="73659"/>
                </a:lnTo>
                <a:lnTo>
                  <a:pt x="637131" y="73659"/>
                </a:lnTo>
                <a:lnTo>
                  <a:pt x="565016" y="77469"/>
                </a:lnTo>
                <a:lnTo>
                  <a:pt x="517600" y="78739"/>
                </a:lnTo>
                <a:lnTo>
                  <a:pt x="423016" y="86359"/>
                </a:lnTo>
                <a:lnTo>
                  <a:pt x="375939" y="92709"/>
                </a:lnTo>
                <a:lnTo>
                  <a:pt x="329066" y="100329"/>
                </a:lnTo>
                <a:lnTo>
                  <a:pt x="244454" y="116839"/>
                </a:lnTo>
                <a:lnTo>
                  <a:pt x="169092" y="137159"/>
                </a:lnTo>
                <a:lnTo>
                  <a:pt x="132459" y="149859"/>
                </a:lnTo>
                <a:lnTo>
                  <a:pt x="102634" y="162559"/>
                </a:lnTo>
                <a:lnTo>
                  <a:pt x="98035" y="165099"/>
                </a:lnTo>
                <a:close/>
              </a:path>
              <a:path extrusionOk="0" h="424180" w="1349375">
                <a:moveTo>
                  <a:pt x="891089" y="412749"/>
                </a:moveTo>
                <a:lnTo>
                  <a:pt x="631690" y="412749"/>
                </a:lnTo>
                <a:lnTo>
                  <a:pt x="744862" y="410209"/>
                </a:lnTo>
                <a:lnTo>
                  <a:pt x="801370" y="407669"/>
                </a:lnTo>
                <a:lnTo>
                  <a:pt x="857748" y="403859"/>
                </a:lnTo>
                <a:lnTo>
                  <a:pt x="962206" y="393699"/>
                </a:lnTo>
                <a:lnTo>
                  <a:pt x="1014321" y="384809"/>
                </a:lnTo>
                <a:lnTo>
                  <a:pt x="1065960" y="374649"/>
                </a:lnTo>
                <a:lnTo>
                  <a:pt x="1116822" y="361949"/>
                </a:lnTo>
                <a:lnTo>
                  <a:pt x="1166608" y="345439"/>
                </a:lnTo>
                <a:lnTo>
                  <a:pt x="1221579" y="321309"/>
                </a:lnTo>
                <a:lnTo>
                  <a:pt x="1239886" y="311149"/>
                </a:lnTo>
                <a:lnTo>
                  <a:pt x="1262222" y="311149"/>
                </a:lnTo>
                <a:lnTo>
                  <a:pt x="1206686" y="341629"/>
                </a:lnTo>
                <a:lnTo>
                  <a:pt x="1137174" y="367029"/>
                </a:lnTo>
                <a:lnTo>
                  <a:pt x="1008739" y="397509"/>
                </a:lnTo>
                <a:lnTo>
                  <a:pt x="914729" y="410209"/>
                </a:lnTo>
                <a:lnTo>
                  <a:pt x="891089" y="412749"/>
                </a:lnTo>
                <a:close/>
              </a:path>
              <a:path extrusionOk="0" h="424180" w="1349375">
                <a:moveTo>
                  <a:pt x="606123" y="405129"/>
                </a:moveTo>
                <a:lnTo>
                  <a:pt x="522811" y="405129"/>
                </a:lnTo>
                <a:lnTo>
                  <a:pt x="415031" y="401319"/>
                </a:lnTo>
                <a:lnTo>
                  <a:pt x="318972" y="391159"/>
                </a:lnTo>
                <a:lnTo>
                  <a:pt x="271104" y="384809"/>
                </a:lnTo>
                <a:lnTo>
                  <a:pt x="223390" y="377189"/>
                </a:lnTo>
                <a:lnTo>
                  <a:pt x="209802" y="375804"/>
                </a:lnTo>
                <a:lnTo>
                  <a:pt x="204086" y="374649"/>
                </a:lnTo>
                <a:lnTo>
                  <a:pt x="283890" y="374649"/>
                </a:lnTo>
                <a:lnTo>
                  <a:pt x="376724" y="386079"/>
                </a:lnTo>
                <a:lnTo>
                  <a:pt x="428514" y="389889"/>
                </a:lnTo>
                <a:lnTo>
                  <a:pt x="480308" y="392429"/>
                </a:lnTo>
                <a:lnTo>
                  <a:pt x="531997" y="393699"/>
                </a:lnTo>
                <a:lnTo>
                  <a:pt x="807439" y="393699"/>
                </a:lnTo>
                <a:lnTo>
                  <a:pt x="795137" y="394969"/>
                </a:lnTo>
                <a:lnTo>
                  <a:pt x="747991" y="398779"/>
                </a:lnTo>
                <a:lnTo>
                  <a:pt x="653453" y="403859"/>
                </a:lnTo>
                <a:lnTo>
                  <a:pt x="606123" y="405129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" name="Google Shape;102;p4"/>
          <p:cNvSpPr/>
          <p:nvPr/>
        </p:nvSpPr>
        <p:spPr>
          <a:xfrm>
            <a:off x="1314335" y="3400424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2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" name="Google Shape;103;p4"/>
          <p:cNvSpPr/>
          <p:nvPr/>
        </p:nvSpPr>
        <p:spPr>
          <a:xfrm>
            <a:off x="1314335" y="3667124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2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" name="Google Shape;104;p4"/>
          <p:cNvSpPr/>
          <p:nvPr/>
        </p:nvSpPr>
        <p:spPr>
          <a:xfrm>
            <a:off x="1314335" y="3933825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2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" name="Google Shape;105;p4"/>
          <p:cNvSpPr/>
          <p:nvPr/>
        </p:nvSpPr>
        <p:spPr>
          <a:xfrm>
            <a:off x="1365932" y="1953748"/>
            <a:ext cx="57150" cy="57150"/>
          </a:xfrm>
          <a:custGeom>
            <a:rect b="b" l="l" r="r" t="t"/>
            <a:pathLst>
              <a:path extrusionOk="0" h="57150" w="57150">
                <a:moveTo>
                  <a:pt x="32384" y="57149"/>
                </a:moveTo>
                <a:lnTo>
                  <a:pt x="24764" y="57149"/>
                </a:lnTo>
                <a:lnTo>
                  <a:pt x="21081" y="56387"/>
                </a:lnTo>
                <a:lnTo>
                  <a:pt x="0" y="32384"/>
                </a:lnTo>
                <a:lnTo>
                  <a:pt x="0" y="24764"/>
                </a:lnTo>
                <a:lnTo>
                  <a:pt x="24764" y="0"/>
                </a:lnTo>
                <a:lnTo>
                  <a:pt x="32384" y="0"/>
                </a:lnTo>
                <a:lnTo>
                  <a:pt x="57149" y="24764"/>
                </a:lnTo>
                <a:lnTo>
                  <a:pt x="57149" y="32384"/>
                </a:lnTo>
                <a:lnTo>
                  <a:pt x="3238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" name="Google Shape;106;p4"/>
          <p:cNvSpPr/>
          <p:nvPr/>
        </p:nvSpPr>
        <p:spPr>
          <a:xfrm>
            <a:off x="1365932" y="2220448"/>
            <a:ext cx="57150" cy="57150"/>
          </a:xfrm>
          <a:custGeom>
            <a:rect b="b" l="l" r="r" t="t"/>
            <a:pathLst>
              <a:path extrusionOk="0" h="57150" w="57150">
                <a:moveTo>
                  <a:pt x="32384" y="57149"/>
                </a:moveTo>
                <a:lnTo>
                  <a:pt x="24764" y="57149"/>
                </a:lnTo>
                <a:lnTo>
                  <a:pt x="21081" y="56387"/>
                </a:lnTo>
                <a:lnTo>
                  <a:pt x="0" y="32384"/>
                </a:lnTo>
                <a:lnTo>
                  <a:pt x="0" y="24764"/>
                </a:lnTo>
                <a:lnTo>
                  <a:pt x="24764" y="0"/>
                </a:lnTo>
                <a:lnTo>
                  <a:pt x="32384" y="0"/>
                </a:lnTo>
                <a:lnTo>
                  <a:pt x="57149" y="24764"/>
                </a:lnTo>
                <a:lnTo>
                  <a:pt x="57149" y="32384"/>
                </a:lnTo>
                <a:lnTo>
                  <a:pt x="3238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" name="Google Shape;107;p4"/>
          <p:cNvSpPr/>
          <p:nvPr/>
        </p:nvSpPr>
        <p:spPr>
          <a:xfrm>
            <a:off x="1365932" y="5076396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4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2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" name="Google Shape;108;p4"/>
          <p:cNvSpPr/>
          <p:nvPr/>
        </p:nvSpPr>
        <p:spPr>
          <a:xfrm>
            <a:off x="1365932" y="5343096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4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" name="Google Shape;109;p4"/>
          <p:cNvSpPr txBox="1"/>
          <p:nvPr/>
        </p:nvSpPr>
        <p:spPr>
          <a:xfrm>
            <a:off x="673099" y="4227324"/>
            <a:ext cx="4509135" cy="12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Strategies to overcome: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862330" marR="5080" rtl="0" algn="l">
              <a:lnSpc>
                <a:spcPct val="117222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Voice assistant, multilingual support Use location based soil parameters.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652604" y="1006790"/>
            <a:ext cx="5213985" cy="307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9375">
            <a:spAutoFit/>
          </a:bodyPr>
          <a:lstStyle/>
          <a:p>
            <a:pPr indent="0" lvl="0" marL="330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Arial"/>
                <a:ea typeface="Arial"/>
                <a:cs typeface="Arial"/>
                <a:sym typeface="Arial"/>
              </a:rPr>
              <a:t>Feasibility: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882650" marR="549910" rtl="0" algn="l">
              <a:lnSpc>
                <a:spcPct val="116666"/>
              </a:lnSpc>
              <a:spcBef>
                <a:spcPts val="1315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Works offline-first , sync when online. use existing datasets and &amp; APIs.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CHALLENGES 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831214" rtl="0" algn="l">
              <a:lnSpc>
                <a:spcPct val="118333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Low connectivity in villages.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831214" marR="5080" rtl="0" algn="l">
              <a:lnSpc>
                <a:spcPct val="116666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Limited digital literacy among rural farmers. Language barrier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307491" y="4883759"/>
            <a:ext cx="180911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1275"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easy usability.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>
            <p:ph type="title"/>
          </p:nvPr>
        </p:nvSpPr>
        <p:spPr>
          <a:xfrm>
            <a:off x="2636630" y="-33578"/>
            <a:ext cx="64268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FEASIBILITY &amp; SCALABILITY</a:t>
            </a:r>
            <a:endParaRPr sz="3600"/>
          </a:p>
        </p:txBody>
      </p:sp>
      <p:sp>
        <p:nvSpPr>
          <p:cNvPr id="113" name="Google Shape;113;p4"/>
          <p:cNvSpPr txBox="1"/>
          <p:nvPr/>
        </p:nvSpPr>
        <p:spPr>
          <a:xfrm>
            <a:off x="359537" y="280041"/>
            <a:ext cx="878840" cy="27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Solvocrats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9248"/>
            <a:ext cx="1228724" cy="60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0399" y="1506559"/>
            <a:ext cx="1152524" cy="94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8853" y="166982"/>
            <a:ext cx="1809749" cy="9239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11810" y="169767"/>
            <a:ext cx="1349375" cy="424180"/>
          </a:xfrm>
          <a:custGeom>
            <a:rect b="b" l="l" r="r" t="t"/>
            <a:pathLst>
              <a:path extrusionOk="0" h="424180" w="1349375">
                <a:moveTo>
                  <a:pt x="404236" y="40639"/>
                </a:moveTo>
                <a:lnTo>
                  <a:pt x="397759" y="40639"/>
                </a:lnTo>
                <a:lnTo>
                  <a:pt x="396362" y="39369"/>
                </a:lnTo>
                <a:lnTo>
                  <a:pt x="395600" y="35559"/>
                </a:lnTo>
                <a:lnTo>
                  <a:pt x="400934" y="30479"/>
                </a:lnTo>
                <a:lnTo>
                  <a:pt x="407157" y="29209"/>
                </a:lnTo>
                <a:lnTo>
                  <a:pt x="532583" y="12699"/>
                </a:lnTo>
                <a:lnTo>
                  <a:pt x="632167" y="5079"/>
                </a:lnTo>
                <a:lnTo>
                  <a:pt x="732004" y="0"/>
                </a:lnTo>
                <a:lnTo>
                  <a:pt x="821013" y="0"/>
                </a:lnTo>
                <a:lnTo>
                  <a:pt x="833872" y="1269"/>
                </a:lnTo>
                <a:lnTo>
                  <a:pt x="884353" y="2539"/>
                </a:lnTo>
                <a:lnTo>
                  <a:pt x="934435" y="7619"/>
                </a:lnTo>
                <a:lnTo>
                  <a:pt x="964228" y="11429"/>
                </a:lnTo>
                <a:lnTo>
                  <a:pt x="738941" y="11429"/>
                </a:lnTo>
                <a:lnTo>
                  <a:pt x="719192" y="12699"/>
                </a:lnTo>
                <a:lnTo>
                  <a:pt x="707635" y="12699"/>
                </a:lnTo>
                <a:lnTo>
                  <a:pt x="778199" y="15239"/>
                </a:lnTo>
                <a:lnTo>
                  <a:pt x="848477" y="20319"/>
                </a:lnTo>
                <a:lnTo>
                  <a:pt x="886135" y="24129"/>
                </a:lnTo>
                <a:lnTo>
                  <a:pt x="593169" y="24129"/>
                </a:lnTo>
                <a:lnTo>
                  <a:pt x="498337" y="29209"/>
                </a:lnTo>
                <a:lnTo>
                  <a:pt x="451164" y="34289"/>
                </a:lnTo>
                <a:lnTo>
                  <a:pt x="404236" y="40639"/>
                </a:lnTo>
                <a:close/>
              </a:path>
              <a:path extrusionOk="0" h="424180" w="1349375">
                <a:moveTo>
                  <a:pt x="1332156" y="252729"/>
                </a:moveTo>
                <a:lnTo>
                  <a:pt x="1312403" y="252729"/>
                </a:lnTo>
                <a:lnTo>
                  <a:pt x="1321765" y="237489"/>
                </a:lnTo>
                <a:lnTo>
                  <a:pt x="1327007" y="222249"/>
                </a:lnTo>
                <a:lnTo>
                  <a:pt x="1327111" y="215899"/>
                </a:lnTo>
                <a:lnTo>
                  <a:pt x="1327214" y="209549"/>
                </a:lnTo>
                <a:lnTo>
                  <a:pt x="1327297" y="204469"/>
                </a:lnTo>
                <a:lnTo>
                  <a:pt x="1321800" y="186689"/>
                </a:lnTo>
                <a:lnTo>
                  <a:pt x="1279558" y="135889"/>
                </a:lnTo>
                <a:lnTo>
                  <a:pt x="1222742" y="102869"/>
                </a:lnTo>
                <a:lnTo>
                  <a:pt x="1179828" y="82549"/>
                </a:lnTo>
                <a:lnTo>
                  <a:pt x="1135557" y="66039"/>
                </a:lnTo>
                <a:lnTo>
                  <a:pt x="1090334" y="50799"/>
                </a:lnTo>
                <a:lnTo>
                  <a:pt x="1044563" y="39369"/>
                </a:lnTo>
                <a:lnTo>
                  <a:pt x="992366" y="27939"/>
                </a:lnTo>
                <a:lnTo>
                  <a:pt x="939774" y="20319"/>
                </a:lnTo>
                <a:lnTo>
                  <a:pt x="886876" y="15239"/>
                </a:lnTo>
                <a:lnTo>
                  <a:pt x="833765" y="12699"/>
                </a:lnTo>
                <a:lnTo>
                  <a:pt x="780533" y="11429"/>
                </a:lnTo>
                <a:lnTo>
                  <a:pt x="964228" y="11429"/>
                </a:lnTo>
                <a:lnTo>
                  <a:pt x="1033292" y="22859"/>
                </a:lnTo>
                <a:lnTo>
                  <a:pt x="1082013" y="34289"/>
                </a:lnTo>
                <a:lnTo>
                  <a:pt x="1130229" y="48259"/>
                </a:lnTo>
                <a:lnTo>
                  <a:pt x="1177911" y="64769"/>
                </a:lnTo>
                <a:lnTo>
                  <a:pt x="1214848" y="80009"/>
                </a:lnTo>
                <a:lnTo>
                  <a:pt x="1251285" y="97789"/>
                </a:lnTo>
                <a:lnTo>
                  <a:pt x="1285673" y="119379"/>
                </a:lnTo>
                <a:lnTo>
                  <a:pt x="1316467" y="144779"/>
                </a:lnTo>
                <a:lnTo>
                  <a:pt x="1344009" y="182879"/>
                </a:lnTo>
                <a:lnTo>
                  <a:pt x="1349167" y="205739"/>
                </a:lnTo>
                <a:lnTo>
                  <a:pt x="1345549" y="229869"/>
                </a:lnTo>
                <a:lnTo>
                  <a:pt x="1336229" y="247649"/>
                </a:lnTo>
                <a:lnTo>
                  <a:pt x="1332156" y="252729"/>
                </a:lnTo>
                <a:close/>
              </a:path>
              <a:path extrusionOk="0" h="424180" w="1349375">
                <a:moveTo>
                  <a:pt x="807439" y="393699"/>
                </a:moveTo>
                <a:lnTo>
                  <a:pt x="619568" y="393699"/>
                </a:lnTo>
                <a:lnTo>
                  <a:pt x="776248" y="386079"/>
                </a:lnTo>
                <a:lnTo>
                  <a:pt x="880661" y="375804"/>
                </a:lnTo>
                <a:lnTo>
                  <a:pt x="988956" y="360679"/>
                </a:lnTo>
                <a:lnTo>
                  <a:pt x="1043245" y="351789"/>
                </a:lnTo>
                <a:lnTo>
                  <a:pt x="1097164" y="341629"/>
                </a:lnTo>
                <a:lnTo>
                  <a:pt x="1150440" y="327659"/>
                </a:lnTo>
                <a:lnTo>
                  <a:pt x="1202803" y="312419"/>
                </a:lnTo>
                <a:lnTo>
                  <a:pt x="1273795" y="283209"/>
                </a:lnTo>
                <a:lnTo>
                  <a:pt x="1296726" y="234949"/>
                </a:lnTo>
                <a:lnTo>
                  <a:pt x="1296620" y="224789"/>
                </a:lnTo>
                <a:lnTo>
                  <a:pt x="1271636" y="166369"/>
                </a:lnTo>
                <a:lnTo>
                  <a:pt x="1226933" y="132079"/>
                </a:lnTo>
                <a:lnTo>
                  <a:pt x="1189712" y="113029"/>
                </a:lnTo>
                <a:lnTo>
                  <a:pt x="1150718" y="96519"/>
                </a:lnTo>
                <a:lnTo>
                  <a:pt x="1110651" y="83819"/>
                </a:lnTo>
                <a:lnTo>
                  <a:pt x="1070216" y="72389"/>
                </a:lnTo>
                <a:lnTo>
                  <a:pt x="1023399" y="60959"/>
                </a:lnTo>
                <a:lnTo>
                  <a:pt x="976265" y="50799"/>
                </a:lnTo>
                <a:lnTo>
                  <a:pt x="928853" y="43179"/>
                </a:lnTo>
                <a:lnTo>
                  <a:pt x="881203" y="36829"/>
                </a:lnTo>
                <a:lnTo>
                  <a:pt x="833355" y="31749"/>
                </a:lnTo>
                <a:lnTo>
                  <a:pt x="785349" y="27939"/>
                </a:lnTo>
                <a:lnTo>
                  <a:pt x="737226" y="26669"/>
                </a:lnTo>
                <a:lnTo>
                  <a:pt x="689014" y="24129"/>
                </a:lnTo>
                <a:lnTo>
                  <a:pt x="886135" y="24129"/>
                </a:lnTo>
                <a:lnTo>
                  <a:pt x="898688" y="25399"/>
                </a:lnTo>
                <a:lnTo>
                  <a:pt x="949008" y="31749"/>
                </a:lnTo>
                <a:lnTo>
                  <a:pt x="999188" y="40639"/>
                </a:lnTo>
                <a:lnTo>
                  <a:pt x="1048979" y="50799"/>
                </a:lnTo>
                <a:lnTo>
                  <a:pt x="1098133" y="63499"/>
                </a:lnTo>
                <a:lnTo>
                  <a:pt x="1146400" y="78739"/>
                </a:lnTo>
                <a:lnTo>
                  <a:pt x="1193532" y="97789"/>
                </a:lnTo>
                <a:lnTo>
                  <a:pt x="1231936" y="115569"/>
                </a:lnTo>
                <a:lnTo>
                  <a:pt x="1270249" y="140969"/>
                </a:lnTo>
                <a:lnTo>
                  <a:pt x="1301247" y="171449"/>
                </a:lnTo>
                <a:lnTo>
                  <a:pt x="1317706" y="209549"/>
                </a:lnTo>
                <a:lnTo>
                  <a:pt x="1312403" y="252729"/>
                </a:lnTo>
                <a:lnTo>
                  <a:pt x="1332156" y="252729"/>
                </a:lnTo>
                <a:lnTo>
                  <a:pt x="1322991" y="264159"/>
                </a:lnTo>
                <a:lnTo>
                  <a:pt x="1307063" y="276859"/>
                </a:lnTo>
                <a:lnTo>
                  <a:pt x="1289670" y="288289"/>
                </a:lnTo>
                <a:lnTo>
                  <a:pt x="1278298" y="298449"/>
                </a:lnTo>
                <a:lnTo>
                  <a:pt x="1265937" y="308609"/>
                </a:lnTo>
                <a:lnTo>
                  <a:pt x="1262222" y="311149"/>
                </a:lnTo>
                <a:lnTo>
                  <a:pt x="1239886" y="311149"/>
                </a:lnTo>
                <a:lnTo>
                  <a:pt x="1214671" y="320039"/>
                </a:lnTo>
                <a:lnTo>
                  <a:pt x="1163146" y="335279"/>
                </a:lnTo>
                <a:lnTo>
                  <a:pt x="1088955" y="353059"/>
                </a:lnTo>
                <a:lnTo>
                  <a:pt x="991659" y="370839"/>
                </a:lnTo>
                <a:lnTo>
                  <a:pt x="942676" y="378459"/>
                </a:lnTo>
                <a:lnTo>
                  <a:pt x="893554" y="384809"/>
                </a:lnTo>
                <a:lnTo>
                  <a:pt x="807439" y="393699"/>
                </a:lnTo>
                <a:close/>
              </a:path>
              <a:path extrusionOk="0" h="424180" w="1349375">
                <a:moveTo>
                  <a:pt x="694666" y="424179"/>
                </a:moveTo>
                <a:lnTo>
                  <a:pt x="561815" y="424179"/>
                </a:lnTo>
                <a:lnTo>
                  <a:pt x="507089" y="422909"/>
                </a:lnTo>
                <a:lnTo>
                  <a:pt x="452434" y="420369"/>
                </a:lnTo>
                <a:lnTo>
                  <a:pt x="397886" y="416559"/>
                </a:lnTo>
                <a:lnTo>
                  <a:pt x="303161" y="406399"/>
                </a:lnTo>
                <a:lnTo>
                  <a:pt x="256066" y="398779"/>
                </a:lnTo>
                <a:lnTo>
                  <a:pt x="209293" y="389889"/>
                </a:lnTo>
                <a:lnTo>
                  <a:pt x="135491" y="370839"/>
                </a:lnTo>
                <a:lnTo>
                  <a:pt x="99727" y="356869"/>
                </a:lnTo>
                <a:lnTo>
                  <a:pt x="51440" y="331469"/>
                </a:lnTo>
                <a:lnTo>
                  <a:pt x="14096" y="295909"/>
                </a:lnTo>
                <a:lnTo>
                  <a:pt x="13461" y="295909"/>
                </a:lnTo>
                <a:lnTo>
                  <a:pt x="12826" y="294639"/>
                </a:lnTo>
                <a:lnTo>
                  <a:pt x="12318" y="293369"/>
                </a:lnTo>
                <a:lnTo>
                  <a:pt x="11683" y="293369"/>
                </a:lnTo>
                <a:lnTo>
                  <a:pt x="8508" y="288289"/>
                </a:lnTo>
                <a:lnTo>
                  <a:pt x="5841" y="283209"/>
                </a:lnTo>
                <a:lnTo>
                  <a:pt x="3809" y="276859"/>
                </a:lnTo>
                <a:lnTo>
                  <a:pt x="3428" y="276859"/>
                </a:lnTo>
                <a:lnTo>
                  <a:pt x="3174" y="275589"/>
                </a:lnTo>
                <a:lnTo>
                  <a:pt x="507" y="266699"/>
                </a:lnTo>
                <a:lnTo>
                  <a:pt x="0" y="264159"/>
                </a:lnTo>
                <a:lnTo>
                  <a:pt x="132" y="252729"/>
                </a:lnTo>
                <a:lnTo>
                  <a:pt x="191" y="247649"/>
                </a:lnTo>
                <a:lnTo>
                  <a:pt x="309" y="237489"/>
                </a:lnTo>
                <a:lnTo>
                  <a:pt x="23359" y="193039"/>
                </a:lnTo>
                <a:lnTo>
                  <a:pt x="74450" y="149859"/>
                </a:lnTo>
                <a:lnTo>
                  <a:pt x="110790" y="130809"/>
                </a:lnTo>
                <a:lnTo>
                  <a:pt x="149201" y="115569"/>
                </a:lnTo>
                <a:lnTo>
                  <a:pt x="188338" y="104139"/>
                </a:lnTo>
                <a:lnTo>
                  <a:pt x="261744" y="86359"/>
                </a:lnTo>
                <a:lnTo>
                  <a:pt x="386638" y="63499"/>
                </a:lnTo>
                <a:lnTo>
                  <a:pt x="488624" y="53339"/>
                </a:lnTo>
                <a:lnTo>
                  <a:pt x="591037" y="45719"/>
                </a:lnTo>
                <a:lnTo>
                  <a:pt x="642298" y="44449"/>
                </a:lnTo>
                <a:lnTo>
                  <a:pt x="693666" y="41909"/>
                </a:lnTo>
                <a:lnTo>
                  <a:pt x="698111" y="41909"/>
                </a:lnTo>
                <a:lnTo>
                  <a:pt x="700778" y="44449"/>
                </a:lnTo>
                <a:lnTo>
                  <a:pt x="699254" y="48259"/>
                </a:lnTo>
                <a:lnTo>
                  <a:pt x="697603" y="52069"/>
                </a:lnTo>
                <a:lnTo>
                  <a:pt x="689221" y="53339"/>
                </a:lnTo>
                <a:lnTo>
                  <a:pt x="685284" y="53339"/>
                </a:lnTo>
                <a:lnTo>
                  <a:pt x="635103" y="55879"/>
                </a:lnTo>
                <a:lnTo>
                  <a:pt x="609972" y="55879"/>
                </a:lnTo>
                <a:lnTo>
                  <a:pt x="584828" y="57149"/>
                </a:lnTo>
                <a:lnTo>
                  <a:pt x="480604" y="64769"/>
                </a:lnTo>
                <a:lnTo>
                  <a:pt x="428620" y="69849"/>
                </a:lnTo>
                <a:lnTo>
                  <a:pt x="376804" y="76199"/>
                </a:lnTo>
                <a:lnTo>
                  <a:pt x="273935" y="93979"/>
                </a:lnTo>
                <a:lnTo>
                  <a:pt x="235137" y="102869"/>
                </a:lnTo>
                <a:lnTo>
                  <a:pt x="196435" y="113029"/>
                </a:lnTo>
                <a:lnTo>
                  <a:pt x="158351" y="124459"/>
                </a:lnTo>
                <a:lnTo>
                  <a:pt x="121410" y="138429"/>
                </a:lnTo>
                <a:lnTo>
                  <a:pt x="85210" y="157479"/>
                </a:lnTo>
                <a:lnTo>
                  <a:pt x="73532" y="165099"/>
                </a:lnTo>
                <a:lnTo>
                  <a:pt x="98035" y="165099"/>
                </a:lnTo>
                <a:lnTo>
                  <a:pt x="72738" y="179069"/>
                </a:lnTo>
                <a:lnTo>
                  <a:pt x="46414" y="199389"/>
                </a:lnTo>
                <a:lnTo>
                  <a:pt x="27304" y="224789"/>
                </a:lnTo>
                <a:lnTo>
                  <a:pt x="21448" y="247649"/>
                </a:lnTo>
                <a:lnTo>
                  <a:pt x="24748" y="269239"/>
                </a:lnTo>
                <a:lnTo>
                  <a:pt x="51434" y="306069"/>
                </a:lnTo>
                <a:lnTo>
                  <a:pt x="108631" y="337819"/>
                </a:lnTo>
                <a:lnTo>
                  <a:pt x="171829" y="354329"/>
                </a:lnTo>
                <a:lnTo>
                  <a:pt x="222490" y="364489"/>
                </a:lnTo>
                <a:lnTo>
                  <a:pt x="273601" y="373379"/>
                </a:lnTo>
                <a:lnTo>
                  <a:pt x="283890" y="374649"/>
                </a:lnTo>
                <a:lnTo>
                  <a:pt x="204086" y="374649"/>
                </a:lnTo>
                <a:lnTo>
                  <a:pt x="254393" y="384809"/>
                </a:lnTo>
                <a:lnTo>
                  <a:pt x="305342" y="393699"/>
                </a:lnTo>
                <a:lnTo>
                  <a:pt x="356707" y="400049"/>
                </a:lnTo>
                <a:lnTo>
                  <a:pt x="408262" y="405129"/>
                </a:lnTo>
                <a:lnTo>
                  <a:pt x="541162" y="411479"/>
                </a:lnTo>
                <a:lnTo>
                  <a:pt x="571318" y="411479"/>
                </a:lnTo>
                <a:lnTo>
                  <a:pt x="601498" y="412749"/>
                </a:lnTo>
                <a:lnTo>
                  <a:pt x="891089" y="412749"/>
                </a:lnTo>
                <a:lnTo>
                  <a:pt x="867449" y="415289"/>
                </a:lnTo>
                <a:lnTo>
                  <a:pt x="772659" y="420369"/>
                </a:lnTo>
                <a:lnTo>
                  <a:pt x="733680" y="422909"/>
                </a:lnTo>
                <a:lnTo>
                  <a:pt x="694666" y="424179"/>
                </a:lnTo>
                <a:close/>
              </a:path>
              <a:path extrusionOk="0" h="424180" w="1349375">
                <a:moveTo>
                  <a:pt x="98035" y="165099"/>
                </a:moveTo>
                <a:lnTo>
                  <a:pt x="73532" y="165099"/>
                </a:lnTo>
                <a:lnTo>
                  <a:pt x="104240" y="149859"/>
                </a:lnTo>
                <a:lnTo>
                  <a:pt x="169132" y="125729"/>
                </a:lnTo>
                <a:lnTo>
                  <a:pt x="235750" y="107949"/>
                </a:lnTo>
                <a:lnTo>
                  <a:pt x="337816" y="87629"/>
                </a:lnTo>
                <a:lnTo>
                  <a:pt x="384802" y="80009"/>
                </a:lnTo>
                <a:lnTo>
                  <a:pt x="479363" y="69849"/>
                </a:lnTo>
                <a:lnTo>
                  <a:pt x="574368" y="64769"/>
                </a:lnTo>
                <a:lnTo>
                  <a:pt x="669536" y="62229"/>
                </a:lnTo>
                <a:lnTo>
                  <a:pt x="673981" y="62229"/>
                </a:lnTo>
                <a:lnTo>
                  <a:pt x="676648" y="63499"/>
                </a:lnTo>
                <a:lnTo>
                  <a:pt x="673473" y="72389"/>
                </a:lnTo>
                <a:lnTo>
                  <a:pt x="665091" y="73659"/>
                </a:lnTo>
                <a:lnTo>
                  <a:pt x="637131" y="73659"/>
                </a:lnTo>
                <a:lnTo>
                  <a:pt x="565016" y="77469"/>
                </a:lnTo>
                <a:lnTo>
                  <a:pt x="517600" y="78739"/>
                </a:lnTo>
                <a:lnTo>
                  <a:pt x="423016" y="86359"/>
                </a:lnTo>
                <a:lnTo>
                  <a:pt x="375939" y="92709"/>
                </a:lnTo>
                <a:lnTo>
                  <a:pt x="329066" y="100329"/>
                </a:lnTo>
                <a:lnTo>
                  <a:pt x="244454" y="116839"/>
                </a:lnTo>
                <a:lnTo>
                  <a:pt x="169092" y="137159"/>
                </a:lnTo>
                <a:lnTo>
                  <a:pt x="132459" y="149859"/>
                </a:lnTo>
                <a:lnTo>
                  <a:pt x="102634" y="162559"/>
                </a:lnTo>
                <a:lnTo>
                  <a:pt x="98035" y="165099"/>
                </a:lnTo>
                <a:close/>
              </a:path>
              <a:path extrusionOk="0" h="424180" w="1349375">
                <a:moveTo>
                  <a:pt x="891089" y="412749"/>
                </a:moveTo>
                <a:lnTo>
                  <a:pt x="631690" y="412749"/>
                </a:lnTo>
                <a:lnTo>
                  <a:pt x="744814" y="410209"/>
                </a:lnTo>
                <a:lnTo>
                  <a:pt x="801317" y="407669"/>
                </a:lnTo>
                <a:lnTo>
                  <a:pt x="857748" y="403859"/>
                </a:lnTo>
                <a:lnTo>
                  <a:pt x="962206" y="393699"/>
                </a:lnTo>
                <a:lnTo>
                  <a:pt x="1014321" y="384809"/>
                </a:lnTo>
                <a:lnTo>
                  <a:pt x="1065959" y="374649"/>
                </a:lnTo>
                <a:lnTo>
                  <a:pt x="1116822" y="361949"/>
                </a:lnTo>
                <a:lnTo>
                  <a:pt x="1166608" y="345439"/>
                </a:lnTo>
                <a:lnTo>
                  <a:pt x="1221579" y="321309"/>
                </a:lnTo>
                <a:lnTo>
                  <a:pt x="1239886" y="311149"/>
                </a:lnTo>
                <a:lnTo>
                  <a:pt x="1262222" y="311149"/>
                </a:lnTo>
                <a:lnTo>
                  <a:pt x="1206686" y="341629"/>
                </a:lnTo>
                <a:lnTo>
                  <a:pt x="1137174" y="367029"/>
                </a:lnTo>
                <a:lnTo>
                  <a:pt x="1008739" y="397509"/>
                </a:lnTo>
                <a:lnTo>
                  <a:pt x="914729" y="410209"/>
                </a:lnTo>
                <a:lnTo>
                  <a:pt x="891089" y="412749"/>
                </a:lnTo>
                <a:close/>
              </a:path>
              <a:path extrusionOk="0" h="424180" w="1349375">
                <a:moveTo>
                  <a:pt x="606123" y="405129"/>
                </a:moveTo>
                <a:lnTo>
                  <a:pt x="522811" y="405129"/>
                </a:lnTo>
                <a:lnTo>
                  <a:pt x="415031" y="401319"/>
                </a:lnTo>
                <a:lnTo>
                  <a:pt x="318972" y="391159"/>
                </a:lnTo>
                <a:lnTo>
                  <a:pt x="271104" y="384809"/>
                </a:lnTo>
                <a:lnTo>
                  <a:pt x="223390" y="377189"/>
                </a:lnTo>
                <a:lnTo>
                  <a:pt x="209802" y="375804"/>
                </a:lnTo>
                <a:lnTo>
                  <a:pt x="204086" y="374649"/>
                </a:lnTo>
                <a:lnTo>
                  <a:pt x="283890" y="374649"/>
                </a:lnTo>
                <a:lnTo>
                  <a:pt x="376724" y="386079"/>
                </a:lnTo>
                <a:lnTo>
                  <a:pt x="428514" y="389889"/>
                </a:lnTo>
                <a:lnTo>
                  <a:pt x="480308" y="392429"/>
                </a:lnTo>
                <a:lnTo>
                  <a:pt x="531996" y="393699"/>
                </a:lnTo>
                <a:lnTo>
                  <a:pt x="807439" y="393699"/>
                </a:lnTo>
                <a:lnTo>
                  <a:pt x="795137" y="394969"/>
                </a:lnTo>
                <a:lnTo>
                  <a:pt x="747990" y="398779"/>
                </a:lnTo>
                <a:lnTo>
                  <a:pt x="653453" y="403859"/>
                </a:lnTo>
                <a:lnTo>
                  <a:pt x="606123" y="405129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5"/>
          <p:cNvSpPr/>
          <p:nvPr/>
        </p:nvSpPr>
        <p:spPr>
          <a:xfrm>
            <a:off x="1175851" y="2562081"/>
            <a:ext cx="57150" cy="57150"/>
          </a:xfrm>
          <a:custGeom>
            <a:rect b="b" l="l" r="r" t="t"/>
            <a:pathLst>
              <a:path extrusionOk="0" h="57150" w="57150">
                <a:moveTo>
                  <a:pt x="32384" y="57149"/>
                </a:moveTo>
                <a:lnTo>
                  <a:pt x="24764" y="57149"/>
                </a:lnTo>
                <a:lnTo>
                  <a:pt x="21081" y="56387"/>
                </a:lnTo>
                <a:lnTo>
                  <a:pt x="0" y="32384"/>
                </a:lnTo>
                <a:lnTo>
                  <a:pt x="0" y="24764"/>
                </a:lnTo>
                <a:lnTo>
                  <a:pt x="24764" y="0"/>
                </a:lnTo>
                <a:lnTo>
                  <a:pt x="32384" y="0"/>
                </a:lnTo>
                <a:lnTo>
                  <a:pt x="57149" y="24764"/>
                </a:lnTo>
                <a:lnTo>
                  <a:pt x="57149" y="32384"/>
                </a:lnTo>
                <a:lnTo>
                  <a:pt x="3238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3" name="Google Shape;123;p5"/>
          <p:cNvSpPr/>
          <p:nvPr/>
        </p:nvSpPr>
        <p:spPr>
          <a:xfrm>
            <a:off x="1175851" y="2828781"/>
            <a:ext cx="57150" cy="57150"/>
          </a:xfrm>
          <a:custGeom>
            <a:rect b="b" l="l" r="r" t="t"/>
            <a:pathLst>
              <a:path extrusionOk="0" h="57150" w="57150">
                <a:moveTo>
                  <a:pt x="32384" y="57149"/>
                </a:moveTo>
                <a:lnTo>
                  <a:pt x="24764" y="57149"/>
                </a:lnTo>
                <a:lnTo>
                  <a:pt x="21081" y="56387"/>
                </a:lnTo>
                <a:lnTo>
                  <a:pt x="0" y="32384"/>
                </a:lnTo>
                <a:lnTo>
                  <a:pt x="0" y="24764"/>
                </a:lnTo>
                <a:lnTo>
                  <a:pt x="24764" y="0"/>
                </a:lnTo>
                <a:lnTo>
                  <a:pt x="32384" y="0"/>
                </a:lnTo>
                <a:lnTo>
                  <a:pt x="57149" y="24764"/>
                </a:lnTo>
                <a:lnTo>
                  <a:pt x="57149" y="32384"/>
                </a:lnTo>
                <a:lnTo>
                  <a:pt x="32384" y="571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" name="Google Shape;124;p5"/>
          <p:cNvSpPr/>
          <p:nvPr/>
        </p:nvSpPr>
        <p:spPr>
          <a:xfrm>
            <a:off x="1175851" y="3095481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5" y="56515"/>
                </a:lnTo>
                <a:lnTo>
                  <a:pt x="21393" y="56515"/>
                </a:lnTo>
                <a:lnTo>
                  <a:pt x="0" y="32385"/>
                </a:lnTo>
                <a:lnTo>
                  <a:pt x="0" y="24765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5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" name="Google Shape;125;p5"/>
          <p:cNvSpPr/>
          <p:nvPr/>
        </p:nvSpPr>
        <p:spPr>
          <a:xfrm>
            <a:off x="1175851" y="4776339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2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" name="Google Shape;126;p5"/>
          <p:cNvSpPr/>
          <p:nvPr/>
        </p:nvSpPr>
        <p:spPr>
          <a:xfrm>
            <a:off x="1175851" y="5043039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2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" name="Google Shape;127;p5"/>
          <p:cNvSpPr/>
          <p:nvPr/>
        </p:nvSpPr>
        <p:spPr>
          <a:xfrm>
            <a:off x="1175851" y="5309739"/>
            <a:ext cx="57150" cy="57150"/>
          </a:xfrm>
          <a:custGeom>
            <a:rect b="b" l="l" r="r" t="t"/>
            <a:pathLst>
              <a:path extrusionOk="0" h="57150" w="57150">
                <a:moveTo>
                  <a:pt x="32385" y="57150"/>
                </a:moveTo>
                <a:lnTo>
                  <a:pt x="24765" y="57150"/>
                </a:lnTo>
                <a:lnTo>
                  <a:pt x="21081" y="56387"/>
                </a:lnTo>
                <a:lnTo>
                  <a:pt x="0" y="32384"/>
                </a:lnTo>
                <a:lnTo>
                  <a:pt x="0" y="24764"/>
                </a:lnTo>
                <a:lnTo>
                  <a:pt x="20913" y="761"/>
                </a:lnTo>
                <a:lnTo>
                  <a:pt x="20499" y="761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4"/>
                </a:lnTo>
                <a:lnTo>
                  <a:pt x="57150" y="32384"/>
                </a:lnTo>
                <a:lnTo>
                  <a:pt x="35940" y="56515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" name="Google Shape;128;p5"/>
          <p:cNvSpPr txBox="1"/>
          <p:nvPr>
            <p:ph type="title"/>
          </p:nvPr>
        </p:nvSpPr>
        <p:spPr>
          <a:xfrm>
            <a:off x="3041062" y="158683"/>
            <a:ext cx="52838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IMPACT AND BENEFITS</a:t>
            </a:r>
            <a:endParaRPr sz="3600"/>
          </a:p>
        </p:txBody>
      </p:sp>
      <p:sp>
        <p:nvSpPr>
          <p:cNvPr id="129" name="Google Shape;129;p5"/>
          <p:cNvSpPr txBox="1"/>
          <p:nvPr/>
        </p:nvSpPr>
        <p:spPr>
          <a:xfrm>
            <a:off x="660616" y="2409364"/>
            <a:ext cx="692277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684530" marR="508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Replace traditional work with ai making farming more reliable. Farmers: Higher income, better crop decisions.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684530" rtl="0" algn="l">
              <a:lnSpc>
                <a:spcPct val="11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Government: less burden of subsidies/loan waivers..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Benefits: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684530" rtl="0" algn="l">
              <a:lnSpc>
                <a:spcPct val="118333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Farmers earn 8-10% higher margin.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684530" marR="614045" rtl="0" algn="l">
              <a:lnSpc>
                <a:spcPct val="116666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Reduce financial risks and achieve consistent earnings. Efficient resource use.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547655" y="1582442"/>
            <a:ext cx="657161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IMPACT ON TARGET AUDIENCE :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233968" y="208937"/>
            <a:ext cx="878840" cy="27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Solvocrats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40359" y="61074"/>
            <a:ext cx="1809749" cy="92392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10790" y="152880"/>
            <a:ext cx="1349375" cy="424180"/>
          </a:xfrm>
          <a:custGeom>
            <a:rect b="b" l="l" r="r" t="t"/>
            <a:pathLst>
              <a:path extrusionOk="0" h="424180" w="1349375">
                <a:moveTo>
                  <a:pt x="404236" y="40639"/>
                </a:moveTo>
                <a:lnTo>
                  <a:pt x="397759" y="40639"/>
                </a:lnTo>
                <a:lnTo>
                  <a:pt x="396362" y="39369"/>
                </a:lnTo>
                <a:lnTo>
                  <a:pt x="395600" y="35559"/>
                </a:lnTo>
                <a:lnTo>
                  <a:pt x="400934" y="30479"/>
                </a:lnTo>
                <a:lnTo>
                  <a:pt x="407157" y="29209"/>
                </a:lnTo>
                <a:lnTo>
                  <a:pt x="532583" y="12699"/>
                </a:lnTo>
                <a:lnTo>
                  <a:pt x="632167" y="5079"/>
                </a:lnTo>
                <a:lnTo>
                  <a:pt x="732004" y="0"/>
                </a:lnTo>
                <a:lnTo>
                  <a:pt x="821013" y="0"/>
                </a:lnTo>
                <a:lnTo>
                  <a:pt x="833872" y="1269"/>
                </a:lnTo>
                <a:lnTo>
                  <a:pt x="884353" y="2539"/>
                </a:lnTo>
                <a:lnTo>
                  <a:pt x="934435" y="7619"/>
                </a:lnTo>
                <a:lnTo>
                  <a:pt x="964228" y="11429"/>
                </a:lnTo>
                <a:lnTo>
                  <a:pt x="738941" y="11429"/>
                </a:lnTo>
                <a:lnTo>
                  <a:pt x="719192" y="12699"/>
                </a:lnTo>
                <a:lnTo>
                  <a:pt x="707635" y="12699"/>
                </a:lnTo>
                <a:lnTo>
                  <a:pt x="778199" y="15239"/>
                </a:lnTo>
                <a:lnTo>
                  <a:pt x="848477" y="20319"/>
                </a:lnTo>
                <a:lnTo>
                  <a:pt x="886135" y="24129"/>
                </a:lnTo>
                <a:lnTo>
                  <a:pt x="593169" y="24129"/>
                </a:lnTo>
                <a:lnTo>
                  <a:pt x="498337" y="29209"/>
                </a:lnTo>
                <a:lnTo>
                  <a:pt x="451164" y="34289"/>
                </a:lnTo>
                <a:lnTo>
                  <a:pt x="404236" y="40639"/>
                </a:lnTo>
                <a:close/>
              </a:path>
              <a:path extrusionOk="0" h="424180" w="1349375">
                <a:moveTo>
                  <a:pt x="1332156" y="252729"/>
                </a:moveTo>
                <a:lnTo>
                  <a:pt x="1312403" y="252729"/>
                </a:lnTo>
                <a:lnTo>
                  <a:pt x="1321765" y="237489"/>
                </a:lnTo>
                <a:lnTo>
                  <a:pt x="1327007" y="222249"/>
                </a:lnTo>
                <a:lnTo>
                  <a:pt x="1327111" y="215899"/>
                </a:lnTo>
                <a:lnTo>
                  <a:pt x="1327214" y="209549"/>
                </a:lnTo>
                <a:lnTo>
                  <a:pt x="1327297" y="204469"/>
                </a:lnTo>
                <a:lnTo>
                  <a:pt x="1304197" y="158749"/>
                </a:lnTo>
                <a:lnTo>
                  <a:pt x="1251275" y="118109"/>
                </a:lnTo>
                <a:lnTo>
                  <a:pt x="1179828" y="82549"/>
                </a:lnTo>
                <a:lnTo>
                  <a:pt x="1135557" y="66039"/>
                </a:lnTo>
                <a:lnTo>
                  <a:pt x="1090334" y="50799"/>
                </a:lnTo>
                <a:lnTo>
                  <a:pt x="1044563" y="39369"/>
                </a:lnTo>
                <a:lnTo>
                  <a:pt x="992366" y="27939"/>
                </a:lnTo>
                <a:lnTo>
                  <a:pt x="939774" y="20319"/>
                </a:lnTo>
                <a:lnTo>
                  <a:pt x="886876" y="15239"/>
                </a:lnTo>
                <a:lnTo>
                  <a:pt x="833765" y="12699"/>
                </a:lnTo>
                <a:lnTo>
                  <a:pt x="780533" y="11429"/>
                </a:lnTo>
                <a:lnTo>
                  <a:pt x="964228" y="11429"/>
                </a:lnTo>
                <a:lnTo>
                  <a:pt x="1033292" y="22859"/>
                </a:lnTo>
                <a:lnTo>
                  <a:pt x="1082013" y="34289"/>
                </a:lnTo>
                <a:lnTo>
                  <a:pt x="1130229" y="48259"/>
                </a:lnTo>
                <a:lnTo>
                  <a:pt x="1177911" y="64769"/>
                </a:lnTo>
                <a:lnTo>
                  <a:pt x="1214848" y="80009"/>
                </a:lnTo>
                <a:lnTo>
                  <a:pt x="1251285" y="97789"/>
                </a:lnTo>
                <a:lnTo>
                  <a:pt x="1285673" y="119379"/>
                </a:lnTo>
                <a:lnTo>
                  <a:pt x="1316467" y="144779"/>
                </a:lnTo>
                <a:lnTo>
                  <a:pt x="1344009" y="182879"/>
                </a:lnTo>
                <a:lnTo>
                  <a:pt x="1349167" y="205739"/>
                </a:lnTo>
                <a:lnTo>
                  <a:pt x="1345549" y="229869"/>
                </a:lnTo>
                <a:lnTo>
                  <a:pt x="1336229" y="247649"/>
                </a:lnTo>
                <a:lnTo>
                  <a:pt x="1332156" y="252729"/>
                </a:lnTo>
                <a:close/>
              </a:path>
              <a:path extrusionOk="0" h="424180" w="1349375">
                <a:moveTo>
                  <a:pt x="807439" y="393699"/>
                </a:moveTo>
                <a:lnTo>
                  <a:pt x="619568" y="393699"/>
                </a:lnTo>
                <a:lnTo>
                  <a:pt x="776248" y="386079"/>
                </a:lnTo>
                <a:lnTo>
                  <a:pt x="880661" y="375804"/>
                </a:lnTo>
                <a:lnTo>
                  <a:pt x="988956" y="360679"/>
                </a:lnTo>
                <a:lnTo>
                  <a:pt x="1043245" y="351789"/>
                </a:lnTo>
                <a:lnTo>
                  <a:pt x="1097164" y="341629"/>
                </a:lnTo>
                <a:lnTo>
                  <a:pt x="1150440" y="327659"/>
                </a:lnTo>
                <a:lnTo>
                  <a:pt x="1202803" y="312419"/>
                </a:lnTo>
                <a:lnTo>
                  <a:pt x="1273795" y="283209"/>
                </a:lnTo>
                <a:lnTo>
                  <a:pt x="1296726" y="234949"/>
                </a:lnTo>
                <a:lnTo>
                  <a:pt x="1296620" y="224789"/>
                </a:lnTo>
                <a:lnTo>
                  <a:pt x="1271636" y="166369"/>
                </a:lnTo>
                <a:lnTo>
                  <a:pt x="1226933" y="132079"/>
                </a:lnTo>
                <a:lnTo>
                  <a:pt x="1189712" y="113029"/>
                </a:lnTo>
                <a:lnTo>
                  <a:pt x="1150718" y="96519"/>
                </a:lnTo>
                <a:lnTo>
                  <a:pt x="1110651" y="83819"/>
                </a:lnTo>
                <a:lnTo>
                  <a:pt x="1070216" y="72389"/>
                </a:lnTo>
                <a:lnTo>
                  <a:pt x="1023399" y="60959"/>
                </a:lnTo>
                <a:lnTo>
                  <a:pt x="976265" y="50799"/>
                </a:lnTo>
                <a:lnTo>
                  <a:pt x="928852" y="43179"/>
                </a:lnTo>
                <a:lnTo>
                  <a:pt x="881202" y="36829"/>
                </a:lnTo>
                <a:lnTo>
                  <a:pt x="833355" y="31749"/>
                </a:lnTo>
                <a:lnTo>
                  <a:pt x="785349" y="27939"/>
                </a:lnTo>
                <a:lnTo>
                  <a:pt x="737226" y="26669"/>
                </a:lnTo>
                <a:lnTo>
                  <a:pt x="689014" y="24129"/>
                </a:lnTo>
                <a:lnTo>
                  <a:pt x="886135" y="24129"/>
                </a:lnTo>
                <a:lnTo>
                  <a:pt x="898688" y="25399"/>
                </a:lnTo>
                <a:lnTo>
                  <a:pt x="949008" y="31749"/>
                </a:lnTo>
                <a:lnTo>
                  <a:pt x="999188" y="40639"/>
                </a:lnTo>
                <a:lnTo>
                  <a:pt x="1048979" y="50799"/>
                </a:lnTo>
                <a:lnTo>
                  <a:pt x="1098133" y="63499"/>
                </a:lnTo>
                <a:lnTo>
                  <a:pt x="1146400" y="78739"/>
                </a:lnTo>
                <a:lnTo>
                  <a:pt x="1193532" y="97789"/>
                </a:lnTo>
                <a:lnTo>
                  <a:pt x="1231936" y="115569"/>
                </a:lnTo>
                <a:lnTo>
                  <a:pt x="1270249" y="140969"/>
                </a:lnTo>
                <a:lnTo>
                  <a:pt x="1301247" y="171449"/>
                </a:lnTo>
                <a:lnTo>
                  <a:pt x="1317706" y="209549"/>
                </a:lnTo>
                <a:lnTo>
                  <a:pt x="1312403" y="252729"/>
                </a:lnTo>
                <a:lnTo>
                  <a:pt x="1332156" y="252729"/>
                </a:lnTo>
                <a:lnTo>
                  <a:pt x="1322991" y="264159"/>
                </a:lnTo>
                <a:lnTo>
                  <a:pt x="1307063" y="276859"/>
                </a:lnTo>
                <a:lnTo>
                  <a:pt x="1289670" y="288289"/>
                </a:lnTo>
                <a:lnTo>
                  <a:pt x="1278297" y="298449"/>
                </a:lnTo>
                <a:lnTo>
                  <a:pt x="1265937" y="308609"/>
                </a:lnTo>
                <a:lnTo>
                  <a:pt x="1262222" y="311149"/>
                </a:lnTo>
                <a:lnTo>
                  <a:pt x="1239886" y="311149"/>
                </a:lnTo>
                <a:lnTo>
                  <a:pt x="1214671" y="320039"/>
                </a:lnTo>
                <a:lnTo>
                  <a:pt x="1163146" y="335279"/>
                </a:lnTo>
                <a:lnTo>
                  <a:pt x="1088955" y="353059"/>
                </a:lnTo>
                <a:lnTo>
                  <a:pt x="991659" y="370839"/>
                </a:lnTo>
                <a:lnTo>
                  <a:pt x="942676" y="378459"/>
                </a:lnTo>
                <a:lnTo>
                  <a:pt x="893554" y="384809"/>
                </a:lnTo>
                <a:lnTo>
                  <a:pt x="807439" y="393699"/>
                </a:lnTo>
                <a:close/>
              </a:path>
              <a:path extrusionOk="0" h="424180" w="1349375">
                <a:moveTo>
                  <a:pt x="694666" y="424179"/>
                </a:moveTo>
                <a:lnTo>
                  <a:pt x="561815" y="424179"/>
                </a:lnTo>
                <a:lnTo>
                  <a:pt x="507089" y="422909"/>
                </a:lnTo>
                <a:lnTo>
                  <a:pt x="452434" y="420369"/>
                </a:lnTo>
                <a:lnTo>
                  <a:pt x="397886" y="416559"/>
                </a:lnTo>
                <a:lnTo>
                  <a:pt x="303161" y="406399"/>
                </a:lnTo>
                <a:lnTo>
                  <a:pt x="256066" y="398779"/>
                </a:lnTo>
                <a:lnTo>
                  <a:pt x="209293" y="389889"/>
                </a:lnTo>
                <a:lnTo>
                  <a:pt x="135491" y="370839"/>
                </a:lnTo>
                <a:lnTo>
                  <a:pt x="99727" y="356869"/>
                </a:lnTo>
                <a:lnTo>
                  <a:pt x="51440" y="331469"/>
                </a:lnTo>
                <a:lnTo>
                  <a:pt x="14096" y="295909"/>
                </a:lnTo>
                <a:lnTo>
                  <a:pt x="13461" y="295909"/>
                </a:lnTo>
                <a:lnTo>
                  <a:pt x="12826" y="294639"/>
                </a:lnTo>
                <a:lnTo>
                  <a:pt x="12318" y="293369"/>
                </a:lnTo>
                <a:lnTo>
                  <a:pt x="11683" y="293369"/>
                </a:lnTo>
                <a:lnTo>
                  <a:pt x="8508" y="288289"/>
                </a:lnTo>
                <a:lnTo>
                  <a:pt x="5841" y="283209"/>
                </a:lnTo>
                <a:lnTo>
                  <a:pt x="3809" y="276859"/>
                </a:lnTo>
                <a:lnTo>
                  <a:pt x="3428" y="276859"/>
                </a:lnTo>
                <a:lnTo>
                  <a:pt x="3174" y="275589"/>
                </a:lnTo>
                <a:lnTo>
                  <a:pt x="507" y="266699"/>
                </a:lnTo>
                <a:lnTo>
                  <a:pt x="0" y="264159"/>
                </a:lnTo>
                <a:lnTo>
                  <a:pt x="132" y="252729"/>
                </a:lnTo>
                <a:lnTo>
                  <a:pt x="191" y="247649"/>
                </a:lnTo>
                <a:lnTo>
                  <a:pt x="309" y="237489"/>
                </a:lnTo>
                <a:lnTo>
                  <a:pt x="23359" y="193039"/>
                </a:lnTo>
                <a:lnTo>
                  <a:pt x="74450" y="149859"/>
                </a:lnTo>
                <a:lnTo>
                  <a:pt x="110790" y="130809"/>
                </a:lnTo>
                <a:lnTo>
                  <a:pt x="149201" y="115569"/>
                </a:lnTo>
                <a:lnTo>
                  <a:pt x="188338" y="104139"/>
                </a:lnTo>
                <a:lnTo>
                  <a:pt x="261744" y="86359"/>
                </a:lnTo>
                <a:lnTo>
                  <a:pt x="386638" y="63499"/>
                </a:lnTo>
                <a:lnTo>
                  <a:pt x="488624" y="53339"/>
                </a:lnTo>
                <a:lnTo>
                  <a:pt x="591037" y="45719"/>
                </a:lnTo>
                <a:lnTo>
                  <a:pt x="642298" y="44449"/>
                </a:lnTo>
                <a:lnTo>
                  <a:pt x="693666" y="41909"/>
                </a:lnTo>
                <a:lnTo>
                  <a:pt x="698111" y="41909"/>
                </a:lnTo>
                <a:lnTo>
                  <a:pt x="700778" y="44449"/>
                </a:lnTo>
                <a:lnTo>
                  <a:pt x="699254" y="48259"/>
                </a:lnTo>
                <a:lnTo>
                  <a:pt x="697603" y="52069"/>
                </a:lnTo>
                <a:lnTo>
                  <a:pt x="689221" y="53339"/>
                </a:lnTo>
                <a:lnTo>
                  <a:pt x="635103" y="55879"/>
                </a:lnTo>
                <a:lnTo>
                  <a:pt x="609972" y="55879"/>
                </a:lnTo>
                <a:lnTo>
                  <a:pt x="584828" y="57149"/>
                </a:lnTo>
                <a:lnTo>
                  <a:pt x="480604" y="64769"/>
                </a:lnTo>
                <a:lnTo>
                  <a:pt x="428620" y="69849"/>
                </a:lnTo>
                <a:lnTo>
                  <a:pt x="376804" y="76199"/>
                </a:lnTo>
                <a:lnTo>
                  <a:pt x="273935" y="93979"/>
                </a:lnTo>
                <a:lnTo>
                  <a:pt x="235137" y="102869"/>
                </a:lnTo>
                <a:lnTo>
                  <a:pt x="196435" y="113029"/>
                </a:lnTo>
                <a:lnTo>
                  <a:pt x="158351" y="124459"/>
                </a:lnTo>
                <a:lnTo>
                  <a:pt x="121410" y="138429"/>
                </a:lnTo>
                <a:lnTo>
                  <a:pt x="85210" y="157479"/>
                </a:lnTo>
                <a:lnTo>
                  <a:pt x="73532" y="165099"/>
                </a:lnTo>
                <a:lnTo>
                  <a:pt x="98035" y="165099"/>
                </a:lnTo>
                <a:lnTo>
                  <a:pt x="72738" y="179069"/>
                </a:lnTo>
                <a:lnTo>
                  <a:pt x="46414" y="199389"/>
                </a:lnTo>
                <a:lnTo>
                  <a:pt x="27304" y="224789"/>
                </a:lnTo>
                <a:lnTo>
                  <a:pt x="21448" y="247649"/>
                </a:lnTo>
                <a:lnTo>
                  <a:pt x="24748" y="269239"/>
                </a:lnTo>
                <a:lnTo>
                  <a:pt x="51434" y="306069"/>
                </a:lnTo>
                <a:lnTo>
                  <a:pt x="108631" y="337819"/>
                </a:lnTo>
                <a:lnTo>
                  <a:pt x="171829" y="354329"/>
                </a:lnTo>
                <a:lnTo>
                  <a:pt x="222490" y="364489"/>
                </a:lnTo>
                <a:lnTo>
                  <a:pt x="273601" y="373379"/>
                </a:lnTo>
                <a:lnTo>
                  <a:pt x="283890" y="374649"/>
                </a:lnTo>
                <a:lnTo>
                  <a:pt x="204086" y="374649"/>
                </a:lnTo>
                <a:lnTo>
                  <a:pt x="254393" y="384809"/>
                </a:lnTo>
                <a:lnTo>
                  <a:pt x="305342" y="393699"/>
                </a:lnTo>
                <a:lnTo>
                  <a:pt x="356707" y="400049"/>
                </a:lnTo>
                <a:lnTo>
                  <a:pt x="408262" y="405129"/>
                </a:lnTo>
                <a:lnTo>
                  <a:pt x="541162" y="411479"/>
                </a:lnTo>
                <a:lnTo>
                  <a:pt x="571318" y="411479"/>
                </a:lnTo>
                <a:lnTo>
                  <a:pt x="601498" y="412749"/>
                </a:lnTo>
                <a:lnTo>
                  <a:pt x="891089" y="412749"/>
                </a:lnTo>
                <a:lnTo>
                  <a:pt x="867448" y="415289"/>
                </a:lnTo>
                <a:lnTo>
                  <a:pt x="772659" y="420369"/>
                </a:lnTo>
                <a:lnTo>
                  <a:pt x="733680" y="422909"/>
                </a:lnTo>
                <a:lnTo>
                  <a:pt x="694666" y="424179"/>
                </a:lnTo>
                <a:close/>
              </a:path>
              <a:path extrusionOk="0" h="424180" w="1349375">
                <a:moveTo>
                  <a:pt x="98035" y="165099"/>
                </a:moveTo>
                <a:lnTo>
                  <a:pt x="73532" y="165099"/>
                </a:lnTo>
                <a:lnTo>
                  <a:pt x="104240" y="149859"/>
                </a:lnTo>
                <a:lnTo>
                  <a:pt x="169132" y="125729"/>
                </a:lnTo>
                <a:lnTo>
                  <a:pt x="235750" y="107949"/>
                </a:lnTo>
                <a:lnTo>
                  <a:pt x="337816" y="87629"/>
                </a:lnTo>
                <a:lnTo>
                  <a:pt x="384802" y="80009"/>
                </a:lnTo>
                <a:lnTo>
                  <a:pt x="479363" y="69849"/>
                </a:lnTo>
                <a:lnTo>
                  <a:pt x="574368" y="64769"/>
                </a:lnTo>
                <a:lnTo>
                  <a:pt x="669536" y="62229"/>
                </a:lnTo>
                <a:lnTo>
                  <a:pt x="673981" y="62229"/>
                </a:lnTo>
                <a:lnTo>
                  <a:pt x="676648" y="63499"/>
                </a:lnTo>
                <a:lnTo>
                  <a:pt x="673473" y="72389"/>
                </a:lnTo>
                <a:lnTo>
                  <a:pt x="665091" y="73659"/>
                </a:lnTo>
                <a:lnTo>
                  <a:pt x="637131" y="73659"/>
                </a:lnTo>
                <a:lnTo>
                  <a:pt x="565016" y="77469"/>
                </a:lnTo>
                <a:lnTo>
                  <a:pt x="517600" y="78739"/>
                </a:lnTo>
                <a:lnTo>
                  <a:pt x="423016" y="86359"/>
                </a:lnTo>
                <a:lnTo>
                  <a:pt x="375939" y="92709"/>
                </a:lnTo>
                <a:lnTo>
                  <a:pt x="329066" y="100329"/>
                </a:lnTo>
                <a:lnTo>
                  <a:pt x="244454" y="116839"/>
                </a:lnTo>
                <a:lnTo>
                  <a:pt x="169092" y="137159"/>
                </a:lnTo>
                <a:lnTo>
                  <a:pt x="132459" y="149859"/>
                </a:lnTo>
                <a:lnTo>
                  <a:pt x="102634" y="162559"/>
                </a:lnTo>
                <a:lnTo>
                  <a:pt x="98035" y="165099"/>
                </a:lnTo>
                <a:close/>
              </a:path>
              <a:path extrusionOk="0" h="424180" w="1349375">
                <a:moveTo>
                  <a:pt x="891089" y="412749"/>
                </a:moveTo>
                <a:lnTo>
                  <a:pt x="631690" y="412749"/>
                </a:lnTo>
                <a:lnTo>
                  <a:pt x="744862" y="410209"/>
                </a:lnTo>
                <a:lnTo>
                  <a:pt x="801370" y="407669"/>
                </a:lnTo>
                <a:lnTo>
                  <a:pt x="857748" y="403859"/>
                </a:lnTo>
                <a:lnTo>
                  <a:pt x="962206" y="393699"/>
                </a:lnTo>
                <a:lnTo>
                  <a:pt x="1014321" y="384809"/>
                </a:lnTo>
                <a:lnTo>
                  <a:pt x="1065959" y="374649"/>
                </a:lnTo>
                <a:lnTo>
                  <a:pt x="1116822" y="361949"/>
                </a:lnTo>
                <a:lnTo>
                  <a:pt x="1166608" y="345439"/>
                </a:lnTo>
                <a:lnTo>
                  <a:pt x="1221579" y="321309"/>
                </a:lnTo>
                <a:lnTo>
                  <a:pt x="1239886" y="311149"/>
                </a:lnTo>
                <a:lnTo>
                  <a:pt x="1262222" y="311149"/>
                </a:lnTo>
                <a:lnTo>
                  <a:pt x="1206686" y="341629"/>
                </a:lnTo>
                <a:lnTo>
                  <a:pt x="1137174" y="367029"/>
                </a:lnTo>
                <a:lnTo>
                  <a:pt x="1008739" y="397509"/>
                </a:lnTo>
                <a:lnTo>
                  <a:pt x="914729" y="410209"/>
                </a:lnTo>
                <a:lnTo>
                  <a:pt x="891089" y="412749"/>
                </a:lnTo>
                <a:close/>
              </a:path>
              <a:path extrusionOk="0" h="424180" w="1349375">
                <a:moveTo>
                  <a:pt x="606123" y="405129"/>
                </a:moveTo>
                <a:lnTo>
                  <a:pt x="522811" y="405129"/>
                </a:lnTo>
                <a:lnTo>
                  <a:pt x="415031" y="401319"/>
                </a:lnTo>
                <a:lnTo>
                  <a:pt x="318972" y="391159"/>
                </a:lnTo>
                <a:lnTo>
                  <a:pt x="271104" y="384809"/>
                </a:lnTo>
                <a:lnTo>
                  <a:pt x="223390" y="377189"/>
                </a:lnTo>
                <a:lnTo>
                  <a:pt x="209802" y="375804"/>
                </a:lnTo>
                <a:lnTo>
                  <a:pt x="204086" y="374649"/>
                </a:lnTo>
                <a:lnTo>
                  <a:pt x="283890" y="374649"/>
                </a:lnTo>
                <a:lnTo>
                  <a:pt x="376724" y="386079"/>
                </a:lnTo>
                <a:lnTo>
                  <a:pt x="428514" y="389889"/>
                </a:lnTo>
                <a:lnTo>
                  <a:pt x="480308" y="392429"/>
                </a:lnTo>
                <a:lnTo>
                  <a:pt x="531997" y="393699"/>
                </a:lnTo>
                <a:lnTo>
                  <a:pt x="807439" y="393699"/>
                </a:lnTo>
                <a:lnTo>
                  <a:pt x="795137" y="394969"/>
                </a:lnTo>
                <a:lnTo>
                  <a:pt x="747990" y="398779"/>
                </a:lnTo>
                <a:lnTo>
                  <a:pt x="653453" y="403859"/>
                </a:lnTo>
                <a:lnTo>
                  <a:pt x="606123" y="405129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8" name="Google Shape;138;p6"/>
          <p:cNvSpPr txBox="1"/>
          <p:nvPr>
            <p:ph type="title"/>
          </p:nvPr>
        </p:nvSpPr>
        <p:spPr>
          <a:xfrm>
            <a:off x="2578623" y="35039"/>
            <a:ext cx="6348730" cy="52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AND REFERENCES</a:t>
            </a:r>
            <a:endParaRPr/>
          </a:p>
        </p:txBody>
      </p:sp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673099" y="1393846"/>
            <a:ext cx="8105140" cy="372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Kaggle Crop Recommendation Dataset - Public dataset for training ML crop models.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/>
              <a:t>https://</a:t>
            </a:r>
            <a:r>
              <a:rPr lang="en-US" u="sng">
                <a:solidFill>
                  <a:schemeClr val="hlink"/>
                </a:solidFill>
                <a:hlinkClick r:id="rId4"/>
              </a:rPr>
              <a:t>www.kaggle.com/datasets/atharvaingle/crop-recommendation-d</a:t>
            </a:r>
            <a:r>
              <a:rPr lang="en-US" u="sng">
                <a:solidFill>
                  <a:schemeClr val="hlink"/>
                </a:solidFill>
                <a:hlinkClick r:id="rId5"/>
              </a:rPr>
              <a:t>a</a:t>
            </a:r>
            <a:r>
              <a:rPr lang="en-US"/>
              <a:t>taset</a:t>
            </a:r>
            <a:endParaRPr/>
          </a:p>
          <a:p>
            <a:pPr indent="0" lvl="0" marL="12700" marR="1081405" rtl="0" algn="l">
              <a:lnSpc>
                <a:spcPct val="1979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/>
              <a:t>ICAR (Indian Council of Agricultural Research) Research on crop productivity &amp; soil. data. https://icar.org.in</a:t>
            </a:r>
            <a:endParaRPr/>
          </a:p>
          <a:p>
            <a:pPr indent="43814" lvl="0" marL="12700" marR="5080" rtl="0" algn="l">
              <a:lnSpc>
                <a:spcPct val="2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/>
              <a:t>FAO (Food and Agriculture Organization) Reports on sustainable crop suitability. https://</a:t>
            </a:r>
            <a:r>
              <a:rPr lang="en-US" u="sng">
                <a:solidFill>
                  <a:schemeClr val="hlink"/>
                </a:solidFill>
                <a:hlinkClick r:id="rId6"/>
              </a:rPr>
              <a:t>www.fao.org</a:t>
            </a:r>
            <a:r>
              <a:rPr lang="en-US"/>
              <a:t> Research Papers on ML in Agriculture (Springer, IEEE, Elsevier) Studies on Al for crop prediction. https://link.springer.com</a:t>
            </a:r>
            <a:endParaRPr/>
          </a:p>
          <a:p>
            <a:pPr indent="0" lvl="0" marL="12700" marR="5567680" rtl="0" algn="l">
              <a:lnSpc>
                <a:spcPct val="120800"/>
              </a:lnSpc>
              <a:spcBef>
                <a:spcPts val="1385"/>
              </a:spcBef>
              <a:spcAft>
                <a:spcPts val="0"/>
              </a:spcAft>
              <a:buNone/>
            </a:pPr>
            <a:r>
              <a:rPr lang="en-US"/>
              <a:t>https://ieeexplore.ieee.org https://</a:t>
            </a:r>
            <a:r>
              <a:rPr lang="en-US" u="sng">
                <a:solidFill>
                  <a:schemeClr val="hlink"/>
                </a:solidFill>
                <a:hlinkClick r:id="rId7"/>
              </a:rPr>
              <a:t>www.sciencedirect.com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198554" y="192040"/>
            <a:ext cx="878840" cy="27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Solvocrats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3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2025-09-17T05:40:39Z</dcterms:created>
  <dc:creator>Abhishek Kaprawan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2025-09-17T00:00:00Z</vt:filetime>
  </property>
  <property fmtid="{D5CDD505-2E9C-101B-9397-08002B2CF9AE}" pid="3" name="Creator">
    <vt:lpwstr>Canva</vt:lpwstr>
  </property>
  <property fmtid="{D5CDD505-2E9C-101B-9397-08002B2CF9AE}" pid="4" name="LastSaved">
    <vt:filetime>2025-09-17T00:00:00Z</vt:filetime>
  </property>
  <property fmtid="{D5CDD505-2E9C-101B-9397-08002B2CF9AE}" pid="5" name="Producer">
    <vt:lpwstr>Canva</vt:lpwstr>
  </property>
</Properties>
</file>